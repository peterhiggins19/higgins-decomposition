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</p:sldIdLst>
  <p:notesMasterIdLst>
    <p:notesMasterId r:id="rId15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notesMaster" Target="notesMasters/notesMaster1.xml"/><Relationship Id="rId158" Type="http://schemas.openxmlformats.org/officeDocument/2006/relationships/presProps" Target="presProps.xml"/><Relationship Id="rId159" Type="http://schemas.openxmlformats.org/officeDocument/2006/relationships/viewProps" Target="viewProps.xml"/><Relationship Id="rId160" Type="http://schemas.openxmlformats.org/officeDocument/2006/relationships/theme" Target="theme/theme1.xml"/><Relationship Id="rId16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1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3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4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5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6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7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8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9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0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1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3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4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5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6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7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8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0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1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2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3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4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Compositional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Titration Standards  |  LAB-01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 Across pH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H3PO4  |  Citric Acid  |  H2CO3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Phosphoric Acid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frames  |  pH sweep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ECD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Citric Acid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frames  |  pH sweep</a:t>
            </a:r>
            <a:endParaRPr lang="en-US" sz="16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725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Carbonic Acid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frames  |  pH sweep</a:t>
            </a:r>
            <a:endParaRPr lang="en-US" sz="16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100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Non-contact structural morphology via compositional cinema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155</Slides>
  <Notes>155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155</vt:i4>
      </vt:variant>
    </vt:vector>
  </HeadingPairs>
  <TitlesOfParts>
    <vt:vector size="15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 Compositional Cinema - Titration Standards</dc:title>
  <dc:subject>Polar stack slice animation of polyprotic acid species fractions across pH</dc:subject>
  <dc:creator>Hs Framework - Peter Higgins</dc:creator>
  <cp:lastModifiedBy>Hs Framework - Peter Higgins</cp:lastModifiedBy>
  <cp:revision>1</cp:revision>
  <dcterms:created xsi:type="dcterms:W3CDTF">2026-05-01T05:11:11Z</dcterms:created>
  <dcterms:modified xsi:type="dcterms:W3CDTF">2026-05-01T05:11:11Z</dcterms:modified>
</cp:coreProperties>
</file>