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slideMasters/slideMaster210.xml" ContentType="application/vnd.openxmlformats-officedocument.presentationml.slideMaster+xml"/>
  <Override PartName="/ppt/slides/slide210.xml" ContentType="application/vnd.openxmlformats-officedocument.presentationml.slide+xml"/>
  <Override PartName="/ppt/slideMasters/slideMaster211.xml" ContentType="application/vnd.openxmlformats-officedocument.presentationml.slideMaster+xml"/>
  <Override PartName="/ppt/slides/slide211.xml" ContentType="application/vnd.openxmlformats-officedocument.presentationml.slide+xml"/>
  <Override PartName="/ppt/slideMasters/slideMaster212.xml" ContentType="application/vnd.openxmlformats-officedocument.presentationml.slideMaster+xml"/>
  <Override PartName="/ppt/slides/slide212.xml" ContentType="application/vnd.openxmlformats-officedocument.presentationml.slide+xml"/>
  <Override PartName="/ppt/slideMasters/slideMaster213.xml" ContentType="application/vnd.openxmlformats-officedocument.presentationml.slideMaster+xml"/>
  <Override PartName="/ppt/slides/slide213.xml" ContentType="application/vnd.openxmlformats-officedocument.presentationml.slide+xml"/>
  <Override PartName="/ppt/slideMasters/slideMaster214.xml" ContentType="application/vnd.openxmlformats-officedocument.presentationml.slideMaster+xml"/>
  <Override PartName="/ppt/slides/slide214.xml" ContentType="application/vnd.openxmlformats-officedocument.presentationml.slide+xml"/>
  <Override PartName="/ppt/slideMasters/slideMaster215.xml" ContentType="application/vnd.openxmlformats-officedocument.presentationml.slideMaster+xml"/>
  <Override PartName="/ppt/slides/slide215.xml" ContentType="application/vnd.openxmlformats-officedocument.presentationml.slide+xml"/>
  <Override PartName="/ppt/slideMasters/slideMaster216.xml" ContentType="application/vnd.openxmlformats-officedocument.presentationml.slideMaster+xml"/>
  <Override PartName="/ppt/slides/slide216.xml" ContentType="application/vnd.openxmlformats-officedocument.presentationml.slide+xml"/>
  <Override PartName="/ppt/slideMasters/slideMaster217.xml" ContentType="application/vnd.openxmlformats-officedocument.presentationml.slideMaster+xml"/>
  <Override PartName="/ppt/slides/slide2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</p:sldIdLst>
  <p:notesMasterIdLst>
    <p:notesMasterId r:id="rId2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slide" Target="slides/slide211.xml"/><Relationship Id="rId213" Type="http://schemas.openxmlformats.org/officeDocument/2006/relationships/slide" Target="slides/slide212.xml"/><Relationship Id="rId214" Type="http://schemas.openxmlformats.org/officeDocument/2006/relationships/slide" Target="slides/slide213.xml"/><Relationship Id="rId215" Type="http://schemas.openxmlformats.org/officeDocument/2006/relationships/slide" Target="slides/slide214.xml"/><Relationship Id="rId216" Type="http://schemas.openxmlformats.org/officeDocument/2006/relationships/slide" Target="slides/slide215.xml"/><Relationship Id="rId217" Type="http://schemas.openxmlformats.org/officeDocument/2006/relationships/slide" Target="slides/slide216.xml"/><Relationship Id="rId218" Type="http://schemas.openxmlformats.org/officeDocument/2006/relationships/slide" Target="slides/slide217.xml"/><Relationship Id="rId219" Type="http://schemas.openxmlformats.org/officeDocument/2006/relationships/notesMaster" Target="notesMasters/notesMaster1.xml"/><Relationship Id="rId220" Type="http://schemas.openxmlformats.org/officeDocument/2006/relationships/presProps" Target="presProps.xml"/><Relationship Id="rId221" Type="http://schemas.openxmlformats.org/officeDocument/2006/relationships/viewProps" Target="viewProps.xml"/><Relationship Id="rId222" Type="http://schemas.openxmlformats.org/officeDocument/2006/relationships/theme" Target="theme/theme1.xml"/><Relationship Id="rId2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_rels/notesSlide2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0.xml"/>
		</Relationships>
</file>

<file path=ppt/notesSlides/_rels/notesSlide2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1.xml"/>
		</Relationships>
</file>

<file path=ppt/notesSlides/_rels/notesSlide2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2.xml"/>
		</Relationships>
</file>

<file path=ppt/notesSlides/_rels/notesSlide2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3.xml"/>
		</Relationships>
</file>

<file path=ppt/notesSlides/_rels/notesSlide2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4.xml"/>
		</Relationships>
</file>

<file path=ppt/notesSlides/_rels/notesSlide2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5.xml"/>
		</Relationships>
</file>

<file path=ppt/notesSlides/_rels/notesSlide2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6.xml"/>
		</Relationships>
</file>

<file path=ppt/notesSlides/_rels/notesSlide2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9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0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1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3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4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5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6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7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8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9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0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1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3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4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5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6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CoDaWork 2026 — EMBER Energy Cinema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3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 Stack Slices</a:t>
            </a:r>
            <a:endParaRPr lang="en-US" sz="3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EMBER Germany Generation  |  EMBER United Kingdom Generation  |  EMBER France Generation  |  EMBER United States Generation  |  EMBER China Generation  |  EMBER India Generation  |  EMBER Japan Generation  |  EMBER World Generation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slideshow to auto-advance (0.5s) for movie playback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EMBER Germany Generation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frames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EMBER United Kingdom Generation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frames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EMBER France Generation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frames</a:t>
            </a:r>
            <a:endParaRPr lang="en-US" sz="1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EMBER United States Generation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frames</a:t>
            </a:r>
            <a:endParaRPr lang="en-US" sz="16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EMBER China Generation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frames</a:t>
            </a:r>
            <a:endParaRPr lang="en-US" sz="16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EMBER India Generation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frames</a:t>
            </a:r>
            <a:endParaRPr lang="en-US" sz="16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1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EMBER Japan Generation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frames</a:t>
            </a:r>
            <a:endParaRPr lang="en-US" sz="16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EMBER World Generation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frames</a:t>
            </a:r>
            <a:endParaRPr lang="en-US" sz="16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 = R . M . E . C . T . V . S</a:t>
            </a:r>
            <a:endParaRPr lang="en-US" sz="2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Higgins Decomposition on the Aitchison Simplex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217</Slides>
  <Notes>217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217</vt:i4>
      </vt:variant>
    </vt:vector>
  </HeadingPairs>
  <TitlesOfParts>
    <vt:vector size="2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CoDaWork 2026 — EMBER Energy Cinema</dc:title>
  <dc:subject>PptxGenJS Presentation</dc:subject>
  <dc:creator>Hs Framework</dc:creator>
  <cp:lastModifiedBy>Hs Framework</cp:lastModifiedBy>
  <cp:revision>1</cp:revision>
  <dcterms:created xsi:type="dcterms:W3CDTF">2026-05-01T06:10:40Z</dcterms:created>
  <dcterms:modified xsi:type="dcterms:W3CDTF">2026-05-01T06:10:40Z</dcterms:modified>
</cp:coreProperties>
</file>