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</p:sldIdLst>
  <p:notesMasterIdLst>
    <p:notesMasterId r:id="rId19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notesMaster" Target="notesMasters/notesMaster1.xml"/><Relationship Id="rId194" Type="http://schemas.openxmlformats.org/officeDocument/2006/relationships/presProps" Target="presProps.xml"/><Relationship Id="rId195" Type="http://schemas.openxmlformats.org/officeDocument/2006/relationships/viewProps" Target="viewProps.xml"/><Relationship Id="rId196" Type="http://schemas.openxmlformats.org/officeDocument/2006/relationships/theme" Target="theme/theme1.xml"/><Relationship Id="rId19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Hs-M02 EMBER Energy Cinema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Stack Slices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Germany  |  EMBER United Kingdom  |  EMBER France  |  EMBER China  |  EMBER India  |  EMBER Japan  |  EMBER World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slideshow to auto-advance (0.5s) for movie playback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Germany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United Kingdom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frames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France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frames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China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frames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India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frames</a:t>
            </a:r>
            <a:endParaRPr lang="en-US" sz="1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Japan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frames</a:t>
            </a:r>
            <a:endParaRPr lang="en-US" sz="16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World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frames</a:t>
            </a:r>
            <a:endParaRPr lang="en-US" sz="16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= R . M . E . C . T . V . 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Higgins Decomposition on the Aitchison Simplex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191</Slides>
  <Notes>191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191</vt:i4>
      </vt:variant>
    </vt:vector>
  </HeadingPairs>
  <TitlesOfParts>
    <vt:vector size="19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Hs-M02 EMBER Energy Cinema</dc:title>
  <dc:subject>PptxGenJS Presentation</dc:subject>
  <dc:creator>Hs Framework</dc:creator>
  <cp:lastModifiedBy>Hs Framework</cp:lastModifiedBy>
  <cp:revision>1</cp:revision>
  <dcterms:created xsi:type="dcterms:W3CDTF">2026-05-01T05:48:24Z</dcterms:created>
  <dcterms:modified xsi:type="dcterms:W3CDTF">2026-05-01T05:48:24Z</dcterms:modified>
</cp:coreProperties>
</file>