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slideMasters/slideMaster17.xml" ContentType="application/vnd.openxmlformats-officedocument.presentationml.slideMaster+xml"/>
  <Override PartName="/ppt/slides/slide17.xml" ContentType="application/vnd.openxmlformats-officedocument.presentationml.slide+xml"/>
  <Override PartName="/ppt/slideMasters/slideMaster18.xml" ContentType="application/vnd.openxmlformats-officedocument.presentationml.slideMaster+xml"/>
  <Override PartName="/ppt/slides/slide18.xml" ContentType="application/vnd.openxmlformats-officedocument.presentationml.slide+xml"/>
  <Override PartName="/ppt/slideMasters/slideMaster19.xml" ContentType="application/vnd.openxmlformats-officedocument.presentationml.slideMaster+xml"/>
  <Override PartName="/ppt/slides/slide19.xml" ContentType="application/vnd.openxmlformats-officedocument.presentationml.slide+xml"/>
  <Override PartName="/ppt/slideMasters/slideMaster20.xml" ContentType="application/vnd.openxmlformats-officedocument.presentationml.slideMaster+xml"/>
  <Override PartName="/ppt/slides/slide20.xml" ContentType="application/vnd.openxmlformats-officedocument.presentationml.slide+xml"/>
  <Override PartName="/ppt/slideMasters/slideMaster21.xml" ContentType="application/vnd.openxmlformats-officedocument.presentationml.slideMaster+xml"/>
  <Override PartName="/ppt/slides/slide21.xml" ContentType="application/vnd.openxmlformats-officedocument.presentationml.slide+xml"/>
  <Override PartName="/ppt/slideMasters/slideMaster22.xml" ContentType="application/vnd.openxmlformats-officedocument.presentationml.slideMaster+xml"/>
  <Override PartName="/ppt/slides/slide22.xml" ContentType="application/vnd.openxmlformats-officedocument.presentationml.slide+xml"/>
  <Override PartName="/ppt/slideMasters/slideMaster23.xml" ContentType="application/vnd.openxmlformats-officedocument.presentationml.slideMaster+xml"/>
  <Override PartName="/ppt/slides/slide23.xml" ContentType="application/vnd.openxmlformats-officedocument.presentationml.slide+xml"/>
  <Override PartName="/ppt/slideMasters/slideMaster24.xml" ContentType="application/vnd.openxmlformats-officedocument.presentationml.slideMaster+xml"/>
  <Override PartName="/ppt/slides/slide24.xml" ContentType="application/vnd.openxmlformats-officedocument.presentationml.slide+xml"/>
  <Override PartName="/ppt/slideMasters/slideMaster25.xml" ContentType="application/vnd.openxmlformats-officedocument.presentationml.slideMaster+xml"/>
  <Override PartName="/ppt/slides/slide25.xml" ContentType="application/vnd.openxmlformats-officedocument.presentationml.slide+xml"/>
  <Override PartName="/ppt/slideMasters/slideMaster26.xml" ContentType="application/vnd.openxmlformats-officedocument.presentationml.slideMaster+xml"/>
  <Override PartName="/ppt/slides/slide26.xml" ContentType="application/vnd.openxmlformats-officedocument.presentationml.slide+xml"/>
  <Override PartName="/ppt/slideMasters/slideMaster27.xml" ContentType="application/vnd.openxmlformats-officedocument.presentationml.slideMaster+xml"/>
  <Override PartName="/ppt/slides/slide27.xml" ContentType="application/vnd.openxmlformats-officedocument.presentationml.slide+xml"/>
  <Override PartName="/ppt/slideMasters/slideMaster28.xml" ContentType="application/vnd.openxmlformats-officedocument.presentationml.slideMaster+xml"/>
  <Override PartName="/ppt/slides/slide28.xml" ContentType="application/vnd.openxmlformats-officedocument.presentationml.slide+xml"/>
  <Override PartName="/ppt/slideMasters/slideMaster29.xml" ContentType="application/vnd.openxmlformats-officedocument.presentationml.slideMaster+xml"/>
  <Override PartName="/ppt/slides/slide29.xml" ContentType="application/vnd.openxmlformats-officedocument.presentationml.slide+xml"/>
  <Override PartName="/ppt/slideMasters/slideMaster30.xml" ContentType="application/vnd.openxmlformats-officedocument.presentationml.slideMaster+xml"/>
  <Override PartName="/ppt/slides/slide30.xml" ContentType="application/vnd.openxmlformats-officedocument.presentationml.slide+xml"/>
  <Override PartName="/ppt/slideMasters/slideMaster31.xml" ContentType="application/vnd.openxmlformats-officedocument.presentationml.slideMaster+xml"/>
  <Override PartName="/ppt/slides/slide31.xml" ContentType="application/vnd.openxmlformats-officedocument.presentationml.slide+xml"/>
  <Override PartName="/ppt/slideMasters/slideMaster32.xml" ContentType="application/vnd.openxmlformats-officedocument.presentationml.slideMaster+xml"/>
  <Override PartName="/ppt/slides/slide32.xml" ContentType="application/vnd.openxmlformats-officedocument.presentationml.slide+xml"/>
  <Override PartName="/ppt/slideMasters/slideMaster33.xml" ContentType="application/vnd.openxmlformats-officedocument.presentationml.slideMaster+xml"/>
  <Override PartName="/ppt/slides/slide33.xml" ContentType="application/vnd.openxmlformats-officedocument.presentationml.slide+xml"/>
  <Override PartName="/ppt/slideMasters/slideMaster34.xml" ContentType="application/vnd.openxmlformats-officedocument.presentationml.slideMaster+xml"/>
  <Override PartName="/ppt/slides/slide34.xml" ContentType="application/vnd.openxmlformats-officedocument.presentationml.slide+xml"/>
  <Override PartName="/ppt/slideMasters/slideMaster35.xml" ContentType="application/vnd.openxmlformats-officedocument.presentationml.slideMaster+xml"/>
  <Override PartName="/ppt/slides/slide35.xml" ContentType="application/vnd.openxmlformats-officedocument.presentationml.slide+xml"/>
  <Override PartName="/ppt/slideMasters/slideMaster36.xml" ContentType="application/vnd.openxmlformats-officedocument.presentationml.slideMaster+xml"/>
  <Override PartName="/ppt/slides/slide36.xml" ContentType="application/vnd.openxmlformats-officedocument.presentationml.slide+xml"/>
  <Override PartName="/ppt/slideMasters/slideMaster37.xml" ContentType="application/vnd.openxmlformats-officedocument.presentationml.slideMaster+xml"/>
  <Override PartName="/ppt/slides/slide37.xml" ContentType="application/vnd.openxmlformats-officedocument.presentationml.slide+xml"/>
  <Override PartName="/ppt/slideMasters/slideMaster38.xml" ContentType="application/vnd.openxmlformats-officedocument.presentationml.slideMaster+xml"/>
  <Override PartName="/ppt/slides/slide38.xml" ContentType="application/vnd.openxmlformats-officedocument.presentationml.slide+xml"/>
  <Override PartName="/ppt/slideMasters/slideMaster39.xml" ContentType="application/vnd.openxmlformats-officedocument.presentationml.slideMaster+xml"/>
  <Override PartName="/ppt/slides/slide39.xml" ContentType="application/vnd.openxmlformats-officedocument.presentationml.slide+xml"/>
  <Override PartName="/ppt/slideMasters/slideMaster40.xml" ContentType="application/vnd.openxmlformats-officedocument.presentationml.slideMaster+xml"/>
  <Override PartName="/ppt/slides/slide40.xml" ContentType="application/vnd.openxmlformats-officedocument.presentationml.slide+xml"/>
  <Override PartName="/ppt/slideMasters/slideMaster41.xml" ContentType="application/vnd.openxmlformats-officedocument.presentationml.slideMaster+xml"/>
  <Override PartName="/ppt/slides/slide41.xml" ContentType="application/vnd.openxmlformats-officedocument.presentationml.slide+xml"/>
  <Override PartName="/ppt/slideMasters/slideMaster42.xml" ContentType="application/vnd.openxmlformats-officedocument.presentationml.slideMaster+xml"/>
  <Override PartName="/ppt/slides/slide42.xml" ContentType="application/vnd.openxmlformats-officedocument.presentationml.slide+xml"/>
  <Override PartName="/ppt/slideMasters/slideMaster43.xml" ContentType="application/vnd.openxmlformats-officedocument.presentationml.slideMaster+xml"/>
  <Override PartName="/ppt/slides/slide43.xml" ContentType="application/vnd.openxmlformats-officedocument.presentationml.slide+xml"/>
  <Override PartName="/ppt/slideMasters/slideMaster44.xml" ContentType="application/vnd.openxmlformats-officedocument.presentationml.slideMaster+xml"/>
  <Override PartName="/ppt/slides/slide44.xml" ContentType="application/vnd.openxmlformats-officedocument.presentationml.slide+xml"/>
  <Override PartName="/ppt/slideMasters/slideMaster45.xml" ContentType="application/vnd.openxmlformats-officedocument.presentationml.slideMaster+xml"/>
  <Override PartName="/ppt/slides/slide45.xml" ContentType="application/vnd.openxmlformats-officedocument.presentationml.slide+xml"/>
  <Override PartName="/ppt/slideMasters/slideMaster46.xml" ContentType="application/vnd.openxmlformats-officedocument.presentationml.slideMaster+xml"/>
  <Override PartName="/ppt/slides/slide46.xml" ContentType="application/vnd.openxmlformats-officedocument.presentationml.slide+xml"/>
  <Override PartName="/ppt/slideMasters/slideMaster47.xml" ContentType="application/vnd.openxmlformats-officedocument.presentationml.slideMaster+xml"/>
  <Override PartName="/ppt/slides/slide47.xml" ContentType="application/vnd.openxmlformats-officedocument.presentationml.slide+xml"/>
  <Override PartName="/ppt/slideMasters/slideMaster48.xml" ContentType="application/vnd.openxmlformats-officedocument.presentationml.slideMaster+xml"/>
  <Override PartName="/ppt/slides/slide48.xml" ContentType="application/vnd.openxmlformats-officedocument.presentationml.slide+xml"/>
  <Override PartName="/ppt/slideMasters/slideMaster49.xml" ContentType="application/vnd.openxmlformats-officedocument.presentationml.slideMaster+xml"/>
  <Override PartName="/ppt/slides/slide49.xml" ContentType="application/vnd.openxmlformats-officedocument.presentationml.slide+xml"/>
  <Override PartName="/ppt/slideMasters/slideMaster50.xml" ContentType="application/vnd.openxmlformats-officedocument.presentationml.slideMaster+xml"/>
  <Override PartName="/ppt/slides/slide50.xml" ContentType="application/vnd.openxmlformats-officedocument.presentationml.slide+xml"/>
  <Override PartName="/ppt/slideMasters/slideMaster51.xml" ContentType="application/vnd.openxmlformats-officedocument.presentationml.slideMaster+xml"/>
  <Override PartName="/ppt/slides/slide51.xml" ContentType="application/vnd.openxmlformats-officedocument.presentationml.slide+xml"/>
  <Override PartName="/ppt/slideMasters/slideMaster52.xml" ContentType="application/vnd.openxmlformats-officedocument.presentationml.slideMaster+xml"/>
  <Override PartName="/ppt/slides/slide52.xml" ContentType="application/vnd.openxmlformats-officedocument.presentationml.slide+xml"/>
  <Override PartName="/ppt/slideMasters/slideMaster53.xml" ContentType="application/vnd.openxmlformats-officedocument.presentationml.slideMaster+xml"/>
  <Override PartName="/ppt/slides/slide53.xml" ContentType="application/vnd.openxmlformats-officedocument.presentationml.slide+xml"/>
  <Override PartName="/ppt/slideMasters/slideMaster54.xml" ContentType="application/vnd.openxmlformats-officedocument.presentationml.slideMaster+xml"/>
  <Override PartName="/ppt/slides/slide54.xml" ContentType="application/vnd.openxmlformats-officedocument.presentationml.slide+xml"/>
  <Override PartName="/ppt/slideMasters/slideMaster55.xml" ContentType="application/vnd.openxmlformats-officedocument.presentationml.slideMaster+xml"/>
  <Override PartName="/ppt/slides/slide55.xml" ContentType="application/vnd.openxmlformats-officedocument.presentationml.slide+xml"/>
  <Override PartName="/ppt/slideMasters/slideMaster56.xml" ContentType="application/vnd.openxmlformats-officedocument.presentationml.slideMaster+xml"/>
  <Override PartName="/ppt/slides/slide56.xml" ContentType="application/vnd.openxmlformats-officedocument.presentationml.slide+xml"/>
  <Override PartName="/ppt/slideMasters/slideMaster57.xml" ContentType="application/vnd.openxmlformats-officedocument.presentationml.slideMaster+xml"/>
  <Override PartName="/ppt/slides/slide57.xml" ContentType="application/vnd.openxmlformats-officedocument.presentationml.slide+xml"/>
  <Override PartName="/ppt/slideMasters/slideMaster58.xml" ContentType="application/vnd.openxmlformats-officedocument.presentationml.slideMaster+xml"/>
  <Override PartName="/ppt/slides/slide58.xml" ContentType="application/vnd.openxmlformats-officedocument.presentationml.slide+xml"/>
  <Override PartName="/ppt/slideMasters/slideMaster59.xml" ContentType="application/vnd.openxmlformats-officedocument.presentationml.slideMaster+xml"/>
  <Override PartName="/ppt/slides/slide59.xml" ContentType="application/vnd.openxmlformats-officedocument.presentationml.slide+xml"/>
  <Override PartName="/ppt/slideMasters/slideMaster60.xml" ContentType="application/vnd.openxmlformats-officedocument.presentationml.slideMaster+xml"/>
  <Override PartName="/ppt/slides/slide60.xml" ContentType="application/vnd.openxmlformats-officedocument.presentationml.slide+xml"/>
  <Override PartName="/ppt/slideMasters/slideMaster61.xml" ContentType="application/vnd.openxmlformats-officedocument.presentationml.slideMaster+xml"/>
  <Override PartName="/ppt/slides/slide61.xml" ContentType="application/vnd.openxmlformats-officedocument.presentationml.slide+xml"/>
  <Override PartName="/ppt/slideMasters/slideMaster62.xml" ContentType="application/vnd.openxmlformats-officedocument.presentationml.slideMaster+xml"/>
  <Override PartName="/ppt/slides/slide6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ppt/notesSlides/notesSlide30.xml" ContentType="application/vnd.openxmlformats-officedocument.presentationml.notesSlide+xml"/>
  <Override PartName="/ppt/notesSlides/notesSlide31.xml" ContentType="application/vnd.openxmlformats-officedocument.presentationml.notesSlide+xml"/>
  <Override PartName="/ppt/notesSlides/notesSlide32.xml" ContentType="application/vnd.openxmlformats-officedocument.presentationml.notesSlide+xml"/>
  <Override PartName="/ppt/notesSlides/notesSlide33.xml" ContentType="application/vnd.openxmlformats-officedocument.presentationml.notesSlide+xml"/>
  <Override PartName="/ppt/notesSlides/notesSlide34.xml" ContentType="application/vnd.openxmlformats-officedocument.presentationml.notesSlide+xml"/>
  <Override PartName="/ppt/notesSlides/notesSlide35.xml" ContentType="application/vnd.openxmlformats-officedocument.presentationml.notesSlide+xml"/>
  <Override PartName="/ppt/notesSlides/notesSlide36.xml" ContentType="application/vnd.openxmlformats-officedocument.presentationml.notesSlide+xml"/>
  <Override PartName="/ppt/notesSlides/notesSlide37.xml" ContentType="application/vnd.openxmlformats-officedocument.presentationml.notesSlide+xml"/>
  <Override PartName="/ppt/notesSlides/notesSlide38.xml" ContentType="application/vnd.openxmlformats-officedocument.presentationml.notesSlide+xml"/>
  <Override PartName="/ppt/notesSlides/notesSlide39.xml" ContentType="application/vnd.openxmlformats-officedocument.presentationml.notesSlide+xml"/>
  <Override PartName="/ppt/notesSlides/notesSlide40.xml" ContentType="application/vnd.openxmlformats-officedocument.presentationml.notesSlide+xml"/>
  <Override PartName="/ppt/notesSlides/notesSlide41.xml" ContentType="application/vnd.openxmlformats-officedocument.presentationml.notesSlide+xml"/>
  <Override PartName="/ppt/notesSlides/notesSlide42.xml" ContentType="application/vnd.openxmlformats-officedocument.presentationml.notesSlide+xml"/>
  <Override PartName="/ppt/notesSlides/notesSlide43.xml" ContentType="application/vnd.openxmlformats-officedocument.presentationml.notesSlide+xml"/>
  <Override PartName="/ppt/notesSlides/notesSlide44.xml" ContentType="application/vnd.openxmlformats-officedocument.presentationml.notesSlide+xml"/>
  <Override PartName="/ppt/notesSlides/notesSlide45.xml" ContentType="application/vnd.openxmlformats-officedocument.presentationml.notesSlide+xml"/>
  <Override PartName="/ppt/notesSlides/notesSlide46.xml" ContentType="application/vnd.openxmlformats-officedocument.presentationml.notesSlide+xml"/>
  <Override PartName="/ppt/notesSlides/notesSlide47.xml" ContentType="application/vnd.openxmlformats-officedocument.presentationml.notesSlide+xml"/>
  <Override PartName="/ppt/notesSlides/notesSlide48.xml" ContentType="application/vnd.openxmlformats-officedocument.presentationml.notesSlide+xml"/>
  <Override PartName="/ppt/notesSlides/notesSlide49.xml" ContentType="application/vnd.openxmlformats-officedocument.presentationml.notesSlide+xml"/>
  <Override PartName="/ppt/notesSlides/notesSlide50.xml" ContentType="application/vnd.openxmlformats-officedocument.presentationml.notesSlide+xml"/>
  <Override PartName="/ppt/notesSlides/notesSlide51.xml" ContentType="application/vnd.openxmlformats-officedocument.presentationml.notesSlide+xml"/>
  <Override PartName="/ppt/notesSlides/notesSlide52.xml" ContentType="application/vnd.openxmlformats-officedocument.presentationml.notesSlide+xml"/>
  <Override PartName="/ppt/notesSlides/notesSlide53.xml" ContentType="application/vnd.openxmlformats-officedocument.presentationml.notesSlide+xml"/>
  <Override PartName="/ppt/notesSlides/notesSlide54.xml" ContentType="application/vnd.openxmlformats-officedocument.presentationml.notesSlide+xml"/>
  <Override PartName="/ppt/notesSlides/notesSlide55.xml" ContentType="application/vnd.openxmlformats-officedocument.presentationml.notesSlide+xml"/>
  <Override PartName="/ppt/notesSlides/notesSlide56.xml" ContentType="application/vnd.openxmlformats-officedocument.presentationml.notesSlide+xml"/>
  <Override PartName="/ppt/notesSlides/notesSlide57.xml" ContentType="application/vnd.openxmlformats-officedocument.presentationml.notesSlide+xml"/>
  <Override PartName="/ppt/notesSlides/notesSlide58.xml" ContentType="application/vnd.openxmlformats-officedocument.presentationml.notesSlide+xml"/>
  <Override PartName="/ppt/notesSlides/notesSlide59.xml" ContentType="application/vnd.openxmlformats-officedocument.presentationml.notesSlide+xml"/>
  <Override PartName="/ppt/notesSlides/notesSlide60.xml" ContentType="application/vnd.openxmlformats-officedocument.presentationml.notesSlide+xml"/>
  <Override PartName="/ppt/notesSlides/notesSlide61.xml" ContentType="application/vnd.openxmlformats-officedocument.presentationml.notesSlide+xml"/>
  <Override PartName="/ppt/notesSlides/notesSlide6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  <p:sldId id="278" r:id="rId24"/>
    <p:sldId id="279" r:id="rId25"/>
    <p:sldId id="280" r:id="rId26"/>
    <p:sldId id="281" r:id="rId27"/>
    <p:sldId id="282" r:id="rId28"/>
    <p:sldId id="283" r:id="rId29"/>
    <p:sldId id="284" r:id="rId30"/>
    <p:sldId id="285" r:id="rId31"/>
    <p:sldId id="286" r:id="rId32"/>
    <p:sldId id="287" r:id="rId33"/>
    <p:sldId id="288" r:id="rId34"/>
    <p:sldId id="289" r:id="rId35"/>
    <p:sldId id="290" r:id="rId36"/>
    <p:sldId id="291" r:id="rId37"/>
    <p:sldId id="292" r:id="rId38"/>
    <p:sldId id="293" r:id="rId39"/>
    <p:sldId id="294" r:id="rId40"/>
    <p:sldId id="295" r:id="rId41"/>
    <p:sldId id="296" r:id="rId42"/>
    <p:sldId id="297" r:id="rId43"/>
    <p:sldId id="298" r:id="rId44"/>
    <p:sldId id="299" r:id="rId45"/>
    <p:sldId id="300" r:id="rId46"/>
    <p:sldId id="301" r:id="rId47"/>
    <p:sldId id="302" r:id="rId48"/>
    <p:sldId id="303" r:id="rId49"/>
    <p:sldId id="304" r:id="rId50"/>
    <p:sldId id="305" r:id="rId51"/>
    <p:sldId id="306" r:id="rId52"/>
    <p:sldId id="307" r:id="rId53"/>
    <p:sldId id="308" r:id="rId54"/>
    <p:sldId id="309" r:id="rId55"/>
    <p:sldId id="310" r:id="rId56"/>
    <p:sldId id="311" r:id="rId57"/>
    <p:sldId id="312" r:id="rId58"/>
    <p:sldId id="313" r:id="rId59"/>
    <p:sldId id="314" r:id="rId60"/>
    <p:sldId id="315" r:id="rId61"/>
    <p:sldId id="316" r:id="rId62"/>
    <p:sldId id="317" r:id="rId63"/>
  </p:sldIdLst>
  <p:notesMasterIdLst>
    <p:notesMasterId r:id="rId64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slide" Target="slides/slide19.xml"/><Relationship Id="rId21" Type="http://schemas.openxmlformats.org/officeDocument/2006/relationships/slide" Target="slides/slide20.xml"/><Relationship Id="rId22" Type="http://schemas.openxmlformats.org/officeDocument/2006/relationships/slide" Target="slides/slide21.xml"/><Relationship Id="rId23" Type="http://schemas.openxmlformats.org/officeDocument/2006/relationships/slide" Target="slides/slide22.xml"/><Relationship Id="rId24" Type="http://schemas.openxmlformats.org/officeDocument/2006/relationships/slide" Target="slides/slide23.xml"/><Relationship Id="rId25" Type="http://schemas.openxmlformats.org/officeDocument/2006/relationships/slide" Target="slides/slide24.xml"/><Relationship Id="rId26" Type="http://schemas.openxmlformats.org/officeDocument/2006/relationships/slide" Target="slides/slide25.xml"/><Relationship Id="rId27" Type="http://schemas.openxmlformats.org/officeDocument/2006/relationships/slide" Target="slides/slide26.xml"/><Relationship Id="rId28" Type="http://schemas.openxmlformats.org/officeDocument/2006/relationships/slide" Target="slides/slide27.xml"/><Relationship Id="rId29" Type="http://schemas.openxmlformats.org/officeDocument/2006/relationships/slide" Target="slides/slide28.xml"/><Relationship Id="rId30" Type="http://schemas.openxmlformats.org/officeDocument/2006/relationships/slide" Target="slides/slide29.xml"/><Relationship Id="rId31" Type="http://schemas.openxmlformats.org/officeDocument/2006/relationships/slide" Target="slides/slide30.xml"/><Relationship Id="rId32" Type="http://schemas.openxmlformats.org/officeDocument/2006/relationships/slide" Target="slides/slide31.xml"/><Relationship Id="rId33" Type="http://schemas.openxmlformats.org/officeDocument/2006/relationships/slide" Target="slides/slide32.xml"/><Relationship Id="rId34" Type="http://schemas.openxmlformats.org/officeDocument/2006/relationships/slide" Target="slides/slide33.xml"/><Relationship Id="rId35" Type="http://schemas.openxmlformats.org/officeDocument/2006/relationships/slide" Target="slides/slide34.xml"/><Relationship Id="rId36" Type="http://schemas.openxmlformats.org/officeDocument/2006/relationships/slide" Target="slides/slide35.xml"/><Relationship Id="rId37" Type="http://schemas.openxmlformats.org/officeDocument/2006/relationships/slide" Target="slides/slide36.xml"/><Relationship Id="rId38" Type="http://schemas.openxmlformats.org/officeDocument/2006/relationships/slide" Target="slides/slide37.xml"/><Relationship Id="rId39" Type="http://schemas.openxmlformats.org/officeDocument/2006/relationships/slide" Target="slides/slide38.xml"/><Relationship Id="rId40" Type="http://schemas.openxmlformats.org/officeDocument/2006/relationships/slide" Target="slides/slide39.xml"/><Relationship Id="rId41" Type="http://schemas.openxmlformats.org/officeDocument/2006/relationships/slide" Target="slides/slide40.xml"/><Relationship Id="rId42" Type="http://schemas.openxmlformats.org/officeDocument/2006/relationships/slide" Target="slides/slide41.xml"/><Relationship Id="rId43" Type="http://schemas.openxmlformats.org/officeDocument/2006/relationships/slide" Target="slides/slide42.xml"/><Relationship Id="rId44" Type="http://schemas.openxmlformats.org/officeDocument/2006/relationships/slide" Target="slides/slide43.xml"/><Relationship Id="rId45" Type="http://schemas.openxmlformats.org/officeDocument/2006/relationships/slide" Target="slides/slide44.xml"/><Relationship Id="rId46" Type="http://schemas.openxmlformats.org/officeDocument/2006/relationships/slide" Target="slides/slide45.xml"/><Relationship Id="rId47" Type="http://schemas.openxmlformats.org/officeDocument/2006/relationships/slide" Target="slides/slide46.xml"/><Relationship Id="rId48" Type="http://schemas.openxmlformats.org/officeDocument/2006/relationships/slide" Target="slides/slide47.xml"/><Relationship Id="rId49" Type="http://schemas.openxmlformats.org/officeDocument/2006/relationships/slide" Target="slides/slide48.xml"/><Relationship Id="rId50" Type="http://schemas.openxmlformats.org/officeDocument/2006/relationships/slide" Target="slides/slide49.xml"/><Relationship Id="rId51" Type="http://schemas.openxmlformats.org/officeDocument/2006/relationships/slide" Target="slides/slide50.xml"/><Relationship Id="rId52" Type="http://schemas.openxmlformats.org/officeDocument/2006/relationships/slide" Target="slides/slide51.xml"/><Relationship Id="rId53" Type="http://schemas.openxmlformats.org/officeDocument/2006/relationships/slide" Target="slides/slide52.xml"/><Relationship Id="rId54" Type="http://schemas.openxmlformats.org/officeDocument/2006/relationships/slide" Target="slides/slide53.xml"/><Relationship Id="rId55" Type="http://schemas.openxmlformats.org/officeDocument/2006/relationships/slide" Target="slides/slide54.xml"/><Relationship Id="rId56" Type="http://schemas.openxmlformats.org/officeDocument/2006/relationships/slide" Target="slides/slide55.xml"/><Relationship Id="rId57" Type="http://schemas.openxmlformats.org/officeDocument/2006/relationships/slide" Target="slides/slide56.xml"/><Relationship Id="rId58" Type="http://schemas.openxmlformats.org/officeDocument/2006/relationships/slide" Target="slides/slide57.xml"/><Relationship Id="rId59" Type="http://schemas.openxmlformats.org/officeDocument/2006/relationships/slide" Target="slides/slide58.xml"/><Relationship Id="rId60" Type="http://schemas.openxmlformats.org/officeDocument/2006/relationships/slide" Target="slides/slide59.xml"/><Relationship Id="rId61" Type="http://schemas.openxmlformats.org/officeDocument/2006/relationships/slide" Target="slides/slide60.xml"/><Relationship Id="rId62" Type="http://schemas.openxmlformats.org/officeDocument/2006/relationships/slide" Target="slides/slide61.xml"/><Relationship Id="rId63" Type="http://schemas.openxmlformats.org/officeDocument/2006/relationships/slide" Target="slides/slide62.xml"/><Relationship Id="rId64" Type="http://schemas.openxmlformats.org/officeDocument/2006/relationships/notesMaster" Target="notesMasters/notesMaster1.xml"/><Relationship Id="rId65" Type="http://schemas.openxmlformats.org/officeDocument/2006/relationships/presProps" Target="presProps.xml"/><Relationship Id="rId66" Type="http://schemas.openxmlformats.org/officeDocument/2006/relationships/viewProps" Target="viewProps.xml"/><Relationship Id="rId67" Type="http://schemas.openxmlformats.org/officeDocument/2006/relationships/theme" Target="theme/theme1.xml"/><Relationship Id="rId68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_rels/notesSlide1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.xml"/>
		</Relationships>
</file>

<file path=ppt/notesSlides/_rels/notesSlide1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8.xml"/>
		</Relationships>
</file>

<file path=ppt/notesSlides/_rels/notesSlide1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9.xml"/>
		</Relationships>
</file>

<file path=ppt/notesSlides/_rels/notesSlide2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0.xml"/>
		</Relationships>
</file>

<file path=ppt/notesSlides/_rels/notesSlide2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1.xml"/>
		</Relationships>
</file>

<file path=ppt/notesSlides/_rels/notesSlide2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2.xml"/>
		</Relationships>
</file>

<file path=ppt/notesSlides/_rels/notesSlide2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3.xml"/>
		</Relationships>
</file>

<file path=ppt/notesSlides/_rels/notesSlide2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4.xml"/>
		</Relationships>
</file>

<file path=ppt/notesSlides/_rels/notesSlide2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5.xml"/>
		</Relationships>
</file>

<file path=ppt/notesSlides/_rels/notesSlide2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6.xml"/>
		</Relationships>
</file>

<file path=ppt/notesSlides/_rels/notesSlide2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7.xml"/>
		</Relationships>
</file>

<file path=ppt/notesSlides/_rels/notesSlide2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8.xml"/>
		</Relationships>
</file>

<file path=ppt/notesSlides/_rels/notesSlide2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9.xml"/>
		</Relationships>
</file>

<file path=ppt/notesSlides/_rels/notesSlide3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0.xml"/>
		</Relationships>
</file>

<file path=ppt/notesSlides/_rels/notesSlide3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1.xml"/>
		</Relationships>
</file>

<file path=ppt/notesSlides/_rels/notesSlide3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2.xml"/>
		</Relationships>
</file>

<file path=ppt/notesSlides/_rels/notesSlide3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3.xml"/>
		</Relationships>
</file>

<file path=ppt/notesSlides/_rels/notesSlide3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4.xml"/>
		</Relationships>
</file>

<file path=ppt/notesSlides/_rels/notesSlide3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5.xml"/>
		</Relationships>
</file>

<file path=ppt/notesSlides/_rels/notesSlide3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6.xml"/>
		</Relationships>
</file>

<file path=ppt/notesSlides/_rels/notesSlide3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7.xml"/>
		</Relationships>
</file>

<file path=ppt/notesSlides/_rels/notesSlide3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8.xml"/>
		</Relationships>
</file>

<file path=ppt/notesSlides/_rels/notesSlide3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9.xml"/>
		</Relationships>
</file>

<file path=ppt/notesSlides/_rels/notesSlide4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0.xml"/>
		</Relationships>
</file>

<file path=ppt/notesSlides/_rels/notesSlide4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1.xml"/>
		</Relationships>
</file>

<file path=ppt/notesSlides/_rels/notesSlide4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2.xml"/>
		</Relationships>
</file>

<file path=ppt/notesSlides/_rels/notesSlide4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3.xml"/>
		</Relationships>
</file>

<file path=ppt/notesSlides/_rels/notesSlide4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4.xml"/>
		</Relationships>
</file>

<file path=ppt/notesSlides/_rels/notesSlide4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5.xml"/>
		</Relationships>
</file>

<file path=ppt/notesSlides/_rels/notesSlide4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6.xml"/>
		</Relationships>
</file>

<file path=ppt/notesSlides/_rels/notesSlide4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7.xml"/>
		</Relationships>
</file>

<file path=ppt/notesSlides/_rels/notesSlide4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8.xml"/>
		</Relationships>
</file>

<file path=ppt/notesSlides/_rels/notesSlide4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9.xml"/>
		</Relationships>
</file>

<file path=ppt/notesSlides/_rels/notesSlide5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0.xml"/>
		</Relationships>
</file>

<file path=ppt/notesSlides/_rels/notesSlide5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1.xml"/>
		</Relationships>
</file>

<file path=ppt/notesSlides/_rels/notesSlide5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2.xml"/>
		</Relationships>
</file>

<file path=ppt/notesSlides/_rels/notesSlide5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3.xml"/>
		</Relationships>
</file>

<file path=ppt/notesSlides/_rels/notesSlide5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4.xml"/>
		</Relationships>
</file>

<file path=ppt/notesSlides/_rels/notesSlide5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5.xml"/>
		</Relationships>
</file>

<file path=ppt/notesSlides/_rels/notesSlide5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6.xml"/>
		</Relationships>
</file>

<file path=ppt/notesSlides/_rels/notesSlide5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7.xml"/>
		</Relationships>
</file>

<file path=ppt/notesSlides/_rels/notesSlide5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8.xml"/>
		</Relationships>
</file>

<file path=ppt/notesSlides/_rels/notesSlide5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9.xml"/>
		</Relationships>
</file>

<file path=ppt/notesSlides/_rels/notesSlide6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0.xml"/>
		</Relationships>
</file>

<file path=ppt/notesSlides/_rels/notesSlide6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1.xml"/>
		</Relationships>
</file>

<file path=ppt/notesSlides/_rels/notesSlide6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2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8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9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2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3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4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5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6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6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7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8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8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9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9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0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0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1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2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3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3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4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4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5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5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6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6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7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7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8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8.xml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9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9.xml"/></Relationships>
</file>

<file path=ppt/slides/_rels/slide3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0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0.xml"/></Relationships>
</file>

<file path=ppt/slides/_rels/slide3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1.xml"/></Relationships>
</file>

<file path=ppt/slides/_rels/slide3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2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2.xml"/></Relationships>
</file>

<file path=ppt/slides/_rels/slide3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3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3.xml"/></Relationships>
</file>

<file path=ppt/slides/_rels/slide3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4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4.xml"/></Relationships>
</file>

<file path=ppt/slides/_rels/slide3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5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5.xml"/></Relationships>
</file>

<file path=ppt/slides/_rels/slide3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6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6.xml"/></Relationships>
</file>

<file path=ppt/slides/_rels/slide3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7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7.xml"/></Relationships>
</file>

<file path=ppt/slides/_rels/slide3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8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8.xml"/></Relationships>
</file>

<file path=ppt/slides/_rels/slide3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9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9.xml"/></Relationships>
</file>

<file path=ppt/slides/_rels/slide4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0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40.xml"/></Relationships>
</file>

<file path=ppt/slides/_rels/slide4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41.xml"/></Relationships>
</file>

<file path=ppt/slides/_rels/slide4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2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42.xml"/></Relationships>
</file>

<file path=ppt/slides/_rels/slide4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3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43.xml"/></Relationships>
</file>

<file path=ppt/slides/_rels/slide4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4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44.xml"/></Relationships>
</file>

<file path=ppt/slides/_rels/slide4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5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45.xml"/></Relationships>
</file>

<file path=ppt/slides/_rels/slide4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6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46.xml"/></Relationships>
</file>

<file path=ppt/slides/_rels/slide4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7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47.xml"/></Relationships>
</file>

<file path=ppt/slides/_rels/slide4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8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48.xml"/></Relationships>
</file>

<file path=ppt/slides/_rels/slide4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9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49.xml"/></Relationships>
</file>

<file path=ppt/slides/_rels/slide5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0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50.xml"/></Relationships>
</file>

<file path=ppt/slides/_rels/slide5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51.xml"/></Relationships>
</file>

<file path=ppt/slides/_rels/slide5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2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52.xml"/></Relationships>
</file>

<file path=ppt/slides/_rels/slide5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3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53.xml"/></Relationships>
</file>

<file path=ppt/slides/_rels/slide5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4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54.xml"/></Relationships>
</file>

<file path=ppt/slides/_rels/slide5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5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55.xml"/></Relationships>
</file>

<file path=ppt/slides/_rels/slide5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6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56.xml"/></Relationships>
</file>

<file path=ppt/slides/_rels/slide5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7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57.xml"/></Relationships>
</file>

<file path=ppt/slides/_rels/slide5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8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58.xml"/></Relationships>
</file>

<file path=ppt/slides/_rels/slide5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9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59.xml"/></Relationships>
</file>

<file path=ppt/slides/_rels/slide6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0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60.xml"/></Relationships>
</file>

<file path=ppt/slides/_rels/slide6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61.xml"/></Relationships>
</file>

<file path=ppt/slides/_rels/slide6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D111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914400"/>
            <a:ext cx="8229600" cy="3200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Hs-03 Nuclear SEMF Cinema</a:t>
            </a:r>
            <a:endParaRPr lang="en-US" sz="3600" dirty="0"/>
          </a:p>
          <a:p>
            <a:pPr algn="ctr" indent="0" marL="0">
              <a:buNone/>
            </a:pPr>
            <a:r>
              <a:rPr lang="en-US" sz="1200" dirty="0">
                <a:solidFill>
                  <a:srgbClr val="000000"/>
                </a:solidFill>
              </a:rPr>
              <a:t> </a:t>
            </a:r>
            <a:endParaRPr lang="en-US" sz="3600" dirty="0"/>
          </a:p>
          <a:p>
            <a:pPr algn="ctr" indent="0" marL="0">
              <a:buNone/>
            </a:pPr>
            <a:r>
              <a:rPr lang="en-US" sz="1600" dirty="0">
                <a:solidFill>
                  <a:srgbClr val="8B949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Polar Stack Slices</a:t>
            </a:r>
            <a:endParaRPr lang="en-US" sz="3600" dirty="0"/>
          </a:p>
          <a:p>
            <a:pPr algn="ctr" indent="0" marL="0">
              <a:buNone/>
            </a:pPr>
            <a:r>
              <a:rPr lang="en-US" sz="1400" dirty="0">
                <a:solidFill>
                  <a:srgbClr val="7EE78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Nuclear SEMF Binding Energy</a:t>
            </a:r>
            <a:endParaRPr lang="en-US" sz="3600" dirty="0"/>
          </a:p>
        </p:txBody>
      </p:sp>
      <p:sp>
        <p:nvSpPr>
          <p:cNvPr id="3" name="Text 1"/>
          <p:cNvSpPr/>
          <p:nvPr/>
        </p:nvSpPr>
        <p:spPr>
          <a:xfrm>
            <a:off x="457200" y="438912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484F5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Set slideshow to auto-advance (0.5s) for movie playback</a:t>
            </a:r>
            <a:endParaRPr lang="en-US" sz="11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1A1A2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1371600"/>
            <a:ext cx="8229600" cy="1828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4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Nuclear SEMF Binding Energy</a:t>
            </a:r>
            <a:endParaRPr lang="en-US" sz="4000" dirty="0"/>
          </a:p>
        </p:txBody>
      </p:sp>
      <p:sp>
        <p:nvSpPr>
          <p:cNvPr id="3" name="Text 1"/>
          <p:cNvSpPr/>
          <p:nvPr/>
        </p:nvSpPr>
        <p:spPr>
          <a:xfrm>
            <a:off x="457200" y="3200400"/>
            <a:ext cx="82296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8B949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59 frames</a:t>
            </a:r>
            <a:endParaRPr lang="en-US" sz="16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1A1A2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137160" y="0"/>
            <a:ext cx="8869680" cy="5143500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1A1A2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137160" y="0"/>
            <a:ext cx="8869680" cy="5143500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1A1A2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137160" y="0"/>
            <a:ext cx="8869680" cy="5143500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1A1A2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137160" y="0"/>
            <a:ext cx="8869680" cy="5143500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1A1A2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137160" y="0"/>
            <a:ext cx="8869680" cy="5143500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1A1A2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137160" y="0"/>
            <a:ext cx="8869680" cy="5143500"/>
          </a:xfrm>
          <a:prstGeom prst="rect">
            <a:avLst/>
          </a:prstGeom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1A1A2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137160" y="0"/>
            <a:ext cx="8869680" cy="5143500"/>
          </a:xfrm>
          <a:prstGeom prst="rect">
            <a:avLst/>
          </a:prstGeom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1A1A2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137160" y="0"/>
            <a:ext cx="8869680" cy="5143500"/>
          </a:xfrm>
          <a:prstGeom prst="rect">
            <a:avLst/>
          </a:prstGeom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1A1A2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137160" y="0"/>
            <a:ext cx="8869680" cy="5143500"/>
          </a:xfrm>
          <a:prstGeom prst="rect">
            <a:avLst/>
          </a:prstGeom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1A1A2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137160" y="0"/>
            <a:ext cx="8869680" cy="5143500"/>
          </a:xfrm>
          <a:prstGeom prst="rect">
            <a:avLst/>
          </a:prstGeom>
        </p:spPr>
      </p:pic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1A1A2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137160" y="0"/>
            <a:ext cx="8869680" cy="5143500"/>
          </a:xfrm>
          <a:prstGeom prst="rect">
            <a:avLst/>
          </a:prstGeom>
        </p:spPr>
      </p:pic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1A1A2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137160" y="0"/>
            <a:ext cx="8869680" cy="5143500"/>
          </a:xfrm>
          <a:prstGeom prst="rect">
            <a:avLst/>
          </a:prstGeom>
        </p:spPr>
      </p:pic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1A1A2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137160" y="0"/>
            <a:ext cx="8869680" cy="5143500"/>
          </a:xfrm>
          <a:prstGeom prst="rect">
            <a:avLst/>
          </a:prstGeom>
        </p:spPr>
      </p:pic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1A1A2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137160" y="0"/>
            <a:ext cx="8869680" cy="5143500"/>
          </a:xfrm>
          <a:prstGeom prst="rect">
            <a:avLst/>
          </a:prstGeom>
        </p:spPr>
      </p:pic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solidFill>
          <a:srgbClr val="1A1A2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137160" y="0"/>
            <a:ext cx="8869680" cy="5143500"/>
          </a:xfrm>
          <a:prstGeom prst="rect">
            <a:avLst/>
          </a:prstGeom>
        </p:spPr>
      </p:pic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bg>
      <p:bgPr>
        <a:solidFill>
          <a:srgbClr val="1A1A2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137160" y="0"/>
            <a:ext cx="8869680" cy="5143500"/>
          </a:xfrm>
          <a:prstGeom prst="rect">
            <a:avLst/>
          </a:prstGeom>
        </p:spPr>
      </p:pic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bg>
      <p:bgPr>
        <a:solidFill>
          <a:srgbClr val="1A1A2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137160" y="0"/>
            <a:ext cx="8869680" cy="5143500"/>
          </a:xfrm>
          <a:prstGeom prst="rect">
            <a:avLst/>
          </a:prstGeom>
        </p:spPr>
      </p:pic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">
    <p:bg>
      <p:bgPr>
        <a:solidFill>
          <a:srgbClr val="1A1A2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137160" y="0"/>
            <a:ext cx="8869680" cy="5143500"/>
          </a:xfrm>
          <a:prstGeom prst="rect">
            <a:avLst/>
          </a:prstGeom>
        </p:spPr>
      </p:pic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1">
    <p:bg>
      <p:bgPr>
        <a:solidFill>
          <a:srgbClr val="1A1A2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137160" y="0"/>
            <a:ext cx="8869680" cy="5143500"/>
          </a:xfrm>
          <a:prstGeom prst="rect">
            <a:avLst/>
          </a:prstGeom>
        </p:spPr>
      </p:pic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2">
    <p:bg>
      <p:bgPr>
        <a:solidFill>
          <a:srgbClr val="1A1A2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137160" y="0"/>
            <a:ext cx="8869680" cy="5143500"/>
          </a:xfrm>
          <a:prstGeom prst="rect">
            <a:avLst/>
          </a:prstGeom>
        </p:spPr>
      </p:pic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3">
    <p:bg>
      <p:bgPr>
        <a:solidFill>
          <a:srgbClr val="1A1A2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137160" y="0"/>
            <a:ext cx="8869680" cy="5143500"/>
          </a:xfrm>
          <a:prstGeom prst="rect">
            <a:avLst/>
          </a:prstGeom>
        </p:spPr>
      </p:pic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4">
    <p:bg>
      <p:bgPr>
        <a:solidFill>
          <a:srgbClr val="1A1A2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137160" y="0"/>
            <a:ext cx="8869680" cy="5143500"/>
          </a:xfrm>
          <a:prstGeom prst="rect">
            <a:avLst/>
          </a:prstGeom>
        </p:spPr>
      </p:pic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5">
    <p:bg>
      <p:bgPr>
        <a:solidFill>
          <a:srgbClr val="1A1A2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137160" y="0"/>
            <a:ext cx="8869680" cy="5143500"/>
          </a:xfrm>
          <a:prstGeom prst="rect">
            <a:avLst/>
          </a:prstGeom>
        </p:spPr>
      </p:pic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6">
    <p:bg>
      <p:bgPr>
        <a:solidFill>
          <a:srgbClr val="1A1A2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137160" y="0"/>
            <a:ext cx="8869680" cy="5143500"/>
          </a:xfrm>
          <a:prstGeom prst="rect">
            <a:avLst/>
          </a:prstGeom>
        </p:spPr>
      </p:pic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7">
    <p:bg>
      <p:bgPr>
        <a:solidFill>
          <a:srgbClr val="1A1A2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137160" y="0"/>
            <a:ext cx="8869680" cy="5143500"/>
          </a:xfrm>
          <a:prstGeom prst="rect">
            <a:avLst/>
          </a:prstGeom>
        </p:spPr>
      </p:pic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8">
    <p:bg>
      <p:bgPr>
        <a:solidFill>
          <a:srgbClr val="1A1A2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137160" y="0"/>
            <a:ext cx="8869680" cy="5143500"/>
          </a:xfrm>
          <a:prstGeom prst="rect">
            <a:avLst/>
          </a:prstGeom>
        </p:spPr>
      </p:pic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9">
    <p:bg>
      <p:bgPr>
        <a:solidFill>
          <a:srgbClr val="1A1A2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137160" y="0"/>
            <a:ext cx="8869680" cy="5143500"/>
          </a:xfrm>
          <a:prstGeom prst="rect">
            <a:avLst/>
          </a:prstGeom>
        </p:spPr>
      </p:pic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0">
    <p:bg>
      <p:bgPr>
        <a:solidFill>
          <a:srgbClr val="1A1A2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137160" y="0"/>
            <a:ext cx="8869680" cy="5143500"/>
          </a:xfrm>
          <a:prstGeom prst="rect">
            <a:avLst/>
          </a:prstGeom>
        </p:spPr>
      </p:pic>
    </p:spTree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1">
    <p:bg>
      <p:bgPr>
        <a:solidFill>
          <a:srgbClr val="1A1A2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137160" y="0"/>
            <a:ext cx="8869680" cy="5143500"/>
          </a:xfrm>
          <a:prstGeom prst="rect">
            <a:avLst/>
          </a:prstGeom>
        </p:spPr>
      </p:pic>
    </p:spTree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2">
    <p:bg>
      <p:bgPr>
        <a:solidFill>
          <a:srgbClr val="1A1A2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137160" y="0"/>
            <a:ext cx="8869680" cy="5143500"/>
          </a:xfrm>
          <a:prstGeom prst="rect">
            <a:avLst/>
          </a:prstGeom>
        </p:spPr>
      </p:pic>
    </p:spTree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3">
    <p:bg>
      <p:bgPr>
        <a:solidFill>
          <a:srgbClr val="1A1A2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137160" y="0"/>
            <a:ext cx="8869680" cy="5143500"/>
          </a:xfrm>
          <a:prstGeom prst="rect">
            <a:avLst/>
          </a:prstGeom>
        </p:spPr>
      </p:pic>
    </p:spTree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4">
    <p:bg>
      <p:bgPr>
        <a:solidFill>
          <a:srgbClr val="1A1A2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137160" y="0"/>
            <a:ext cx="8869680" cy="5143500"/>
          </a:xfrm>
          <a:prstGeom prst="rect">
            <a:avLst/>
          </a:prstGeom>
        </p:spPr>
      </p:pic>
    </p:spTree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5">
    <p:bg>
      <p:bgPr>
        <a:solidFill>
          <a:srgbClr val="1A1A2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137160" y="0"/>
            <a:ext cx="8869680" cy="5143500"/>
          </a:xfrm>
          <a:prstGeom prst="rect">
            <a:avLst/>
          </a:prstGeom>
        </p:spPr>
      </p:pic>
    </p:spTree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6">
    <p:bg>
      <p:bgPr>
        <a:solidFill>
          <a:srgbClr val="1A1A2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137160" y="0"/>
            <a:ext cx="8869680" cy="5143500"/>
          </a:xfrm>
          <a:prstGeom prst="rect">
            <a:avLst/>
          </a:prstGeom>
        </p:spPr>
      </p:pic>
    </p:spTree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7">
    <p:bg>
      <p:bgPr>
        <a:solidFill>
          <a:srgbClr val="1A1A2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137160" y="0"/>
            <a:ext cx="8869680" cy="5143500"/>
          </a:xfrm>
          <a:prstGeom prst="rect">
            <a:avLst/>
          </a:prstGeom>
        </p:spPr>
      </p:pic>
    </p:spTree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8">
    <p:bg>
      <p:bgPr>
        <a:solidFill>
          <a:srgbClr val="1A1A2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137160" y="0"/>
            <a:ext cx="8869680" cy="5143500"/>
          </a:xfrm>
          <a:prstGeom prst="rect">
            <a:avLst/>
          </a:prstGeom>
        </p:spPr>
      </p:pic>
    </p:spTree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9">
    <p:bg>
      <p:bgPr>
        <a:solidFill>
          <a:srgbClr val="1A1A2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137160" y="0"/>
            <a:ext cx="8869680" cy="5143500"/>
          </a:xfrm>
          <a:prstGeom prst="rect">
            <a:avLst/>
          </a:prstGeom>
        </p:spPr>
      </p:pic>
    </p:spTree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0">
    <p:bg>
      <p:bgPr>
        <a:solidFill>
          <a:srgbClr val="1A1A2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137160" y="0"/>
            <a:ext cx="8869680" cy="5143500"/>
          </a:xfrm>
          <a:prstGeom prst="rect">
            <a:avLst/>
          </a:prstGeom>
        </p:spPr>
      </p:pic>
    </p:spTree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1">
    <p:bg>
      <p:bgPr>
        <a:solidFill>
          <a:srgbClr val="1A1A2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137160" y="0"/>
            <a:ext cx="8869680" cy="5143500"/>
          </a:xfrm>
          <a:prstGeom prst="rect">
            <a:avLst/>
          </a:prstGeom>
        </p:spPr>
      </p:pic>
    </p:spTree>
  </p:cSld>
  <p:clrMapOvr>
    <a:masterClrMapping/>
  </p:clrMapOvr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2">
    <p:bg>
      <p:bgPr>
        <a:solidFill>
          <a:srgbClr val="1A1A2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137160" y="0"/>
            <a:ext cx="8869680" cy="5143500"/>
          </a:xfrm>
          <a:prstGeom prst="rect">
            <a:avLst/>
          </a:prstGeom>
        </p:spPr>
      </p:pic>
    </p:spTree>
  </p:cSld>
  <p:clrMapOvr>
    <a:masterClrMapping/>
  </p:clrMapOvr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3">
    <p:bg>
      <p:bgPr>
        <a:solidFill>
          <a:srgbClr val="1A1A2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137160" y="0"/>
            <a:ext cx="8869680" cy="5143500"/>
          </a:xfrm>
          <a:prstGeom prst="rect">
            <a:avLst/>
          </a:prstGeom>
        </p:spPr>
      </p:pic>
    </p:spTree>
  </p:cSld>
  <p:clrMapOvr>
    <a:masterClrMapping/>
  </p:clrMapOvr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4">
    <p:bg>
      <p:bgPr>
        <a:solidFill>
          <a:srgbClr val="1A1A2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137160" y="0"/>
            <a:ext cx="8869680" cy="5143500"/>
          </a:xfrm>
          <a:prstGeom prst="rect">
            <a:avLst/>
          </a:prstGeom>
        </p:spPr>
      </p:pic>
    </p:spTree>
  </p:cSld>
  <p:clrMapOvr>
    <a:masterClrMapping/>
  </p:clrMapOvr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5">
    <p:bg>
      <p:bgPr>
        <a:solidFill>
          <a:srgbClr val="1A1A2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137160" y="0"/>
            <a:ext cx="8869680" cy="5143500"/>
          </a:xfrm>
          <a:prstGeom prst="rect">
            <a:avLst/>
          </a:prstGeom>
        </p:spPr>
      </p:pic>
    </p:spTree>
  </p:cSld>
  <p:clrMapOvr>
    <a:masterClrMapping/>
  </p:clrMapOvr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6">
    <p:bg>
      <p:bgPr>
        <a:solidFill>
          <a:srgbClr val="1A1A2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137160" y="0"/>
            <a:ext cx="8869680" cy="5143500"/>
          </a:xfrm>
          <a:prstGeom prst="rect">
            <a:avLst/>
          </a:prstGeom>
        </p:spPr>
      </p:pic>
    </p:spTree>
  </p:cSld>
  <p:clrMapOvr>
    <a:masterClrMapping/>
  </p:clrMapOvr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7">
    <p:bg>
      <p:bgPr>
        <a:solidFill>
          <a:srgbClr val="1A1A2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137160" y="0"/>
            <a:ext cx="8869680" cy="5143500"/>
          </a:xfrm>
          <a:prstGeom prst="rect">
            <a:avLst/>
          </a:prstGeom>
        </p:spPr>
      </p:pic>
    </p:spTree>
  </p:cSld>
  <p:clrMapOvr>
    <a:masterClrMapping/>
  </p:clrMapOvr>
</p:sld>
</file>

<file path=ppt/slides/slide4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8">
    <p:bg>
      <p:bgPr>
        <a:solidFill>
          <a:srgbClr val="1A1A2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137160" y="0"/>
            <a:ext cx="8869680" cy="5143500"/>
          </a:xfrm>
          <a:prstGeom prst="rect">
            <a:avLst/>
          </a:prstGeom>
        </p:spPr>
      </p:pic>
    </p:spTree>
  </p:cSld>
  <p:clrMapOvr>
    <a:masterClrMapping/>
  </p:clrMapOvr>
</p:sld>
</file>

<file path=ppt/slides/slide4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9">
    <p:bg>
      <p:bgPr>
        <a:solidFill>
          <a:srgbClr val="1A1A2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137160" y="0"/>
            <a:ext cx="8869680" cy="5143500"/>
          </a:xfrm>
          <a:prstGeom prst="rect">
            <a:avLst/>
          </a:prstGeom>
        </p:spPr>
      </p:pic>
    </p:spTree>
  </p:cSld>
  <p:clrMapOvr>
    <a:masterClrMapping/>
  </p:clrMapOvr>
</p:sld>
</file>

<file path=ppt/slides/slide5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0">
    <p:bg>
      <p:bgPr>
        <a:solidFill>
          <a:srgbClr val="1A1A2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137160" y="0"/>
            <a:ext cx="8869680" cy="5143500"/>
          </a:xfrm>
          <a:prstGeom prst="rect">
            <a:avLst/>
          </a:prstGeom>
        </p:spPr>
      </p:pic>
    </p:spTree>
  </p:cSld>
  <p:clrMapOvr>
    <a:masterClrMapping/>
  </p:clrMapOvr>
</p:sld>
</file>

<file path=ppt/slides/slide5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1">
    <p:bg>
      <p:bgPr>
        <a:solidFill>
          <a:srgbClr val="1A1A2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137160" y="0"/>
            <a:ext cx="8869680" cy="5143500"/>
          </a:xfrm>
          <a:prstGeom prst="rect">
            <a:avLst/>
          </a:prstGeom>
        </p:spPr>
      </p:pic>
    </p:spTree>
  </p:cSld>
  <p:clrMapOvr>
    <a:masterClrMapping/>
  </p:clrMapOvr>
</p:sld>
</file>

<file path=ppt/slides/slide5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2">
    <p:bg>
      <p:bgPr>
        <a:solidFill>
          <a:srgbClr val="1A1A2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137160" y="0"/>
            <a:ext cx="8869680" cy="5143500"/>
          </a:xfrm>
          <a:prstGeom prst="rect">
            <a:avLst/>
          </a:prstGeom>
        </p:spPr>
      </p:pic>
    </p:spTree>
  </p:cSld>
  <p:clrMapOvr>
    <a:masterClrMapping/>
  </p:clrMapOvr>
</p:sld>
</file>

<file path=ppt/slides/slide5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3">
    <p:bg>
      <p:bgPr>
        <a:solidFill>
          <a:srgbClr val="1A1A2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137160" y="0"/>
            <a:ext cx="8869680" cy="5143500"/>
          </a:xfrm>
          <a:prstGeom prst="rect">
            <a:avLst/>
          </a:prstGeom>
        </p:spPr>
      </p:pic>
    </p:spTree>
  </p:cSld>
  <p:clrMapOvr>
    <a:masterClrMapping/>
  </p:clrMapOvr>
</p:sld>
</file>

<file path=ppt/slides/slide5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4">
    <p:bg>
      <p:bgPr>
        <a:solidFill>
          <a:srgbClr val="1A1A2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137160" y="0"/>
            <a:ext cx="8869680" cy="5143500"/>
          </a:xfrm>
          <a:prstGeom prst="rect">
            <a:avLst/>
          </a:prstGeom>
        </p:spPr>
      </p:pic>
    </p:spTree>
  </p:cSld>
  <p:clrMapOvr>
    <a:masterClrMapping/>
  </p:clrMapOvr>
</p:sld>
</file>

<file path=ppt/slides/slide5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5">
    <p:bg>
      <p:bgPr>
        <a:solidFill>
          <a:srgbClr val="1A1A2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137160" y="0"/>
            <a:ext cx="8869680" cy="5143500"/>
          </a:xfrm>
          <a:prstGeom prst="rect">
            <a:avLst/>
          </a:prstGeom>
        </p:spPr>
      </p:pic>
    </p:spTree>
  </p:cSld>
  <p:clrMapOvr>
    <a:masterClrMapping/>
  </p:clrMapOvr>
</p:sld>
</file>

<file path=ppt/slides/slide5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6">
    <p:bg>
      <p:bgPr>
        <a:solidFill>
          <a:srgbClr val="1A1A2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137160" y="0"/>
            <a:ext cx="8869680" cy="5143500"/>
          </a:xfrm>
          <a:prstGeom prst="rect">
            <a:avLst/>
          </a:prstGeom>
        </p:spPr>
      </p:pic>
    </p:spTree>
  </p:cSld>
  <p:clrMapOvr>
    <a:masterClrMapping/>
  </p:clrMapOvr>
</p:sld>
</file>

<file path=ppt/slides/slide5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7">
    <p:bg>
      <p:bgPr>
        <a:solidFill>
          <a:srgbClr val="1A1A2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137160" y="0"/>
            <a:ext cx="8869680" cy="5143500"/>
          </a:xfrm>
          <a:prstGeom prst="rect">
            <a:avLst/>
          </a:prstGeom>
        </p:spPr>
      </p:pic>
    </p:spTree>
  </p:cSld>
  <p:clrMapOvr>
    <a:masterClrMapping/>
  </p:clrMapOvr>
</p:sld>
</file>

<file path=ppt/slides/slide5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8">
    <p:bg>
      <p:bgPr>
        <a:solidFill>
          <a:srgbClr val="1A1A2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137160" y="0"/>
            <a:ext cx="8869680" cy="5143500"/>
          </a:xfrm>
          <a:prstGeom prst="rect">
            <a:avLst/>
          </a:prstGeom>
        </p:spPr>
      </p:pic>
    </p:spTree>
  </p:cSld>
  <p:clrMapOvr>
    <a:masterClrMapping/>
  </p:clrMapOvr>
</p:sld>
</file>

<file path=ppt/slides/slide5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9">
    <p:bg>
      <p:bgPr>
        <a:solidFill>
          <a:srgbClr val="1A1A2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137160" y="0"/>
            <a:ext cx="8869680" cy="5143500"/>
          </a:xfrm>
          <a:prstGeom prst="rect">
            <a:avLst/>
          </a:prstGeom>
        </p:spPr>
      </p:pic>
    </p:spTree>
  </p:cSld>
  <p:clrMapOvr>
    <a:masterClrMapping/>
  </p:clrMapOvr>
</p:sld>
</file>

<file path=ppt/slides/slide6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0">
    <p:bg>
      <p:bgPr>
        <a:solidFill>
          <a:srgbClr val="1A1A2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137160" y="0"/>
            <a:ext cx="8869680" cy="5143500"/>
          </a:xfrm>
          <a:prstGeom prst="rect">
            <a:avLst/>
          </a:prstGeom>
        </p:spPr>
      </p:pic>
    </p:spTree>
  </p:cSld>
  <p:clrMapOvr>
    <a:masterClrMapping/>
  </p:clrMapOvr>
</p:sld>
</file>

<file path=ppt/slides/slide6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1">
    <p:bg>
      <p:bgPr>
        <a:solidFill>
          <a:srgbClr val="1A1A2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137160" y="0"/>
            <a:ext cx="8869680" cy="5143500"/>
          </a:xfrm>
          <a:prstGeom prst="rect">
            <a:avLst/>
          </a:prstGeom>
        </p:spPr>
      </p:pic>
    </p:spTree>
  </p:cSld>
  <p:clrMapOvr>
    <a:masterClrMapping/>
  </p:clrMapOvr>
</p:sld>
</file>

<file path=ppt/slides/slide6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2">
    <p:bg>
      <p:bgPr>
        <a:solidFill>
          <a:srgbClr val="0D111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1371600"/>
            <a:ext cx="8229600" cy="2743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58A6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Hs = R . M . E . C . T . V . S</a:t>
            </a:r>
            <a:endParaRPr lang="en-US" sz="2400" dirty="0"/>
          </a:p>
          <a:p>
            <a:pPr algn="ctr" indent="0" marL="0">
              <a:buNone/>
            </a:pPr>
            <a:r>
              <a:rPr lang="en-US" sz="1200" dirty="0">
                <a:solidFill>
                  <a:srgbClr val="000000"/>
                </a:solidFill>
              </a:rPr>
              <a:t> </a:t>
            </a:r>
            <a:endParaRPr lang="en-US" sz="2400" dirty="0"/>
          </a:p>
          <a:p>
            <a:pPr algn="ctr" indent="0" marL="0">
              <a:buNone/>
            </a:pPr>
            <a:r>
              <a:rPr lang="en-US" sz="1400" dirty="0">
                <a:solidFill>
                  <a:srgbClr val="8B949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Higgins Decomposition on the Aitchison Simplex</a:t>
            </a:r>
            <a:endParaRPr lang="en-US" sz="24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62</Slides>
  <Notes>62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62</vt:i4>
      </vt:variant>
    </vt:vector>
  </HeadingPairs>
  <TitlesOfParts>
    <vt:vector size="65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  <vt:lpstr>Slide 18</vt:lpstr>
      <vt:lpstr>Slide 19</vt:lpstr>
      <vt:lpstr>Slide 20</vt:lpstr>
      <vt:lpstr>Slide 21</vt:lpstr>
      <vt:lpstr>Slide 22</vt:lpstr>
      <vt:lpstr>Slide 23</vt:lpstr>
      <vt:lpstr>Slide 24</vt:lpstr>
      <vt:lpstr>Slide 25</vt:lpstr>
      <vt:lpstr>Slide 26</vt:lpstr>
      <vt:lpstr>Slide 27</vt:lpstr>
      <vt:lpstr>Slide 28</vt:lpstr>
      <vt:lpstr>Slide 29</vt:lpstr>
      <vt:lpstr>Slide 30</vt:lpstr>
      <vt:lpstr>Slide 31</vt:lpstr>
      <vt:lpstr>Slide 32</vt:lpstr>
      <vt:lpstr>Slide 33</vt:lpstr>
      <vt:lpstr>Slide 34</vt:lpstr>
      <vt:lpstr>Slide 35</vt:lpstr>
      <vt:lpstr>Slide 36</vt:lpstr>
      <vt:lpstr>Slide 37</vt:lpstr>
      <vt:lpstr>Slide 38</vt:lpstr>
      <vt:lpstr>Slide 39</vt:lpstr>
      <vt:lpstr>Slide 40</vt:lpstr>
      <vt:lpstr>Slide 41</vt:lpstr>
      <vt:lpstr>Slide 42</vt:lpstr>
      <vt:lpstr>Slide 43</vt:lpstr>
      <vt:lpstr>Slide 44</vt:lpstr>
      <vt:lpstr>Slide 45</vt:lpstr>
      <vt:lpstr>Slide 46</vt:lpstr>
      <vt:lpstr>Slide 47</vt:lpstr>
      <vt:lpstr>Slide 48</vt:lpstr>
      <vt:lpstr>Slide 49</vt:lpstr>
      <vt:lpstr>Slide 50</vt:lpstr>
      <vt:lpstr>Slide 51</vt:lpstr>
      <vt:lpstr>Slide 52</vt:lpstr>
      <vt:lpstr>Slide 53</vt:lpstr>
      <vt:lpstr>Slide 54</vt:lpstr>
      <vt:lpstr>Slide 55</vt:lpstr>
      <vt:lpstr>Slide 56</vt:lpstr>
      <vt:lpstr>Slide 57</vt:lpstr>
      <vt:lpstr>Slide 58</vt:lpstr>
      <vt:lpstr>Slide 59</vt:lpstr>
      <vt:lpstr>Slide 60</vt:lpstr>
      <vt:lpstr>Slide 61</vt:lpstr>
      <vt:lpstr>Slide 62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Hs-03 Nuclear SEMF Cinema</dc:title>
  <dc:subject>PptxGenJS Presentation</dc:subject>
  <dc:creator>Hs Framework</dc:creator>
  <cp:lastModifiedBy>Hs Framework</cp:lastModifiedBy>
  <cp:revision>1</cp:revision>
  <dcterms:created xsi:type="dcterms:W3CDTF">2026-05-01T05:41:51Z</dcterms:created>
  <dcterms:modified xsi:type="dcterms:W3CDTF">2026-05-01T05:41:51Z</dcterms:modified>
</cp:coreProperties>
</file>