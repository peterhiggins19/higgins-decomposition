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Hs-23 Radionuclides Cinema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3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Stack Slices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Decay Chains  |  U-235 Decay Chain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slideshow to auto-advance (0.5s) for movie playback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Decay Chains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frames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U-235 Decay Chain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frames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= R . M . E . C . T . V . S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Higgins Decomposition on the Aitchison Simplex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Hs-23 Radionuclides Cinema</dc:title>
  <dc:subject>PptxGenJS Presentation</dc:subject>
  <dc:creator>Hs Framework</dc:creator>
  <cp:lastModifiedBy>Hs Framework</cp:lastModifiedBy>
  <cp:revision>1</cp:revision>
  <dcterms:created xsi:type="dcterms:W3CDTF">2026-05-01T05:48:00Z</dcterms:created>
  <dcterms:modified xsi:type="dcterms:W3CDTF">2026-05-01T05:48:00Z</dcterms:modified>
</cp:coreProperties>
</file>