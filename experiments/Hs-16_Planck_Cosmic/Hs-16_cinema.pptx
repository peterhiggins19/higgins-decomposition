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Hs-16 Planck Cosmic Cinema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3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 Stack Slices</a:t>
            </a:r>
            <a:endParaRPr lang="en-US" sz="3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Planck Cosmic Budget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slideshow to auto-advance (0.5s) for movie playback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Planck Cosmic Budget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frames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 = R . M . E . C . T . V . S</a:t>
            </a:r>
            <a:endParaRPr lang="en-US" sz="2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Higgins Decomposition on the Aitchison Simplex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Hs-16 Planck Cosmic Cinema</dc:title>
  <dc:subject>PptxGenJS Presentation</dc:subject>
  <dc:creator>Hs Framework</dc:creator>
  <cp:lastModifiedBy>Hs Framework</cp:lastModifiedBy>
  <cp:revision>1</cp:revision>
  <dcterms:created xsi:type="dcterms:W3CDTF">2026-05-01T05:47:48Z</dcterms:created>
  <dcterms:modified xsi:type="dcterms:W3CDTF">2026-05-01T05:47:48Z</dcterms:modified>
</cp:coreProperties>
</file>