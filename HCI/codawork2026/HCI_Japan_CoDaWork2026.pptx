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Bioenergy</c:v>
                </c:pt>
              </c:strCache>
            </c:strRef>
          </c:tx>
          <c:spPr>
            <a:solidFill>
              <a:srgbClr val="4CAF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0.01465</c:v>
                </c:pt>
                <c:pt idx="1">
                  <c:v>0.0148</c:v>
                </c:pt>
                <c:pt idx="2">
                  <c:v>0.015357</c:v>
                </c:pt>
                <c:pt idx="3">
                  <c:v>0.016365</c:v>
                </c:pt>
                <c:pt idx="4">
                  <c:v>0.016099</c:v>
                </c:pt>
                <c:pt idx="5">
                  <c:v>0.018811</c:v>
                </c:pt>
                <c:pt idx="6">
                  <c:v>0.018491</c:v>
                </c:pt>
                <c:pt idx="7">
                  <c:v>0.018812</c:v>
                </c:pt>
                <c:pt idx="8">
                  <c:v>0.017986</c:v>
                </c:pt>
                <c:pt idx="9">
                  <c:v>0.018249</c:v>
                </c:pt>
                <c:pt idx="10">
                  <c:v>0.018883</c:v>
                </c:pt>
                <c:pt idx="11">
                  <c:v>0.019118</c:v>
                </c:pt>
                <c:pt idx="12">
                  <c:v>0.019993</c:v>
                </c:pt>
                <c:pt idx="13">
                  <c:v>0.02131</c:v>
                </c:pt>
                <c:pt idx="14">
                  <c:v>0.022235</c:v>
                </c:pt>
                <c:pt idx="15">
                  <c:v>0.027657</c:v>
                </c:pt>
                <c:pt idx="16">
                  <c:v>0.022253</c:v>
                </c:pt>
                <c:pt idx="17">
                  <c:v>0.022101</c:v>
                </c:pt>
                <c:pt idx="18">
                  <c:v>0.023778</c:v>
                </c:pt>
                <c:pt idx="19">
                  <c:v>0.026351</c:v>
                </c:pt>
                <c:pt idx="20">
                  <c:v>0.030039</c:v>
                </c:pt>
                <c:pt idx="21">
                  <c:v>0.033624</c:v>
                </c:pt>
                <c:pt idx="22">
                  <c:v>0.036355</c:v>
                </c:pt>
                <c:pt idx="23">
                  <c:v>0.041729</c:v>
                </c:pt>
                <c:pt idx="24">
                  <c:v>0.044688</c:v>
                </c:pt>
                <c:pt idx="25">
                  <c:v>0.053328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rgbClr val="4242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0.216647</c:v>
                </c:pt>
                <c:pt idx="1">
                  <c:v>0.23442</c:v>
                </c:pt>
                <c:pt idx="2">
                  <c:v>0.239713</c:v>
                </c:pt>
                <c:pt idx="3">
                  <c:v>0.26731</c:v>
                </c:pt>
                <c:pt idx="4">
                  <c:v>0.263461</c:v>
                </c:pt>
                <c:pt idx="5">
                  <c:v>0.276826</c:v>
                </c:pt>
                <c:pt idx="6">
                  <c:v>0.267394</c:v>
                </c:pt>
                <c:pt idx="7">
                  <c:v>0.268882</c:v>
                </c:pt>
                <c:pt idx="8">
                  <c:v>0.281913</c:v>
                </c:pt>
                <c:pt idx="9">
                  <c:v>0.280139</c:v>
                </c:pt>
                <c:pt idx="10">
                  <c:v>0.274082</c:v>
                </c:pt>
                <c:pt idx="11">
                  <c:v>0.258169</c:v>
                </c:pt>
                <c:pt idx="12">
                  <c:v>0.30202</c:v>
                </c:pt>
                <c:pt idx="13">
                  <c:v>0.3333</c:v>
                </c:pt>
                <c:pt idx="14">
                  <c:v>0.334613</c:v>
                </c:pt>
                <c:pt idx="15">
                  <c:v>0.339417</c:v>
                </c:pt>
                <c:pt idx="16">
                  <c:v>0.318313</c:v>
                </c:pt>
                <c:pt idx="17">
                  <c:v>0.337528</c:v>
                </c:pt>
                <c:pt idx="18">
                  <c:v>0.333041</c:v>
                </c:pt>
                <c:pt idx="19">
                  <c:v>0.334896</c:v>
                </c:pt>
                <c:pt idx="20">
                  <c:v>0.336538</c:v>
                </c:pt>
                <c:pt idx="21">
                  <c:v>0.33659</c:v>
                </c:pt>
                <c:pt idx="22">
                  <c:v>0.337306</c:v>
                </c:pt>
                <c:pt idx="23">
                  <c:v>0.324744</c:v>
                </c:pt>
                <c:pt idx="24">
                  <c:v>0.321855</c:v>
                </c:pt>
                <c:pt idx="25">
                  <c:v>0.32051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0.235071</c:v>
                </c:pt>
                <c:pt idx="1">
                  <c:v>0.23683</c:v>
                </c:pt>
                <c:pt idx="2">
                  <c:v>0.229142</c:v>
                </c:pt>
                <c:pt idx="3">
                  <c:v>0.249957</c:v>
                </c:pt>
                <c:pt idx="4">
                  <c:v>0.229988</c:v>
                </c:pt>
                <c:pt idx="5">
                  <c:v>0.219492</c:v>
                </c:pt>
                <c:pt idx="6">
                  <c:v>0.240512</c:v>
                </c:pt>
                <c:pt idx="7">
                  <c:v>0.251544</c:v>
                </c:pt>
                <c:pt idx="8">
                  <c:v>0.274419</c:v>
                </c:pt>
                <c:pt idx="9">
                  <c:v>0.291485</c:v>
                </c:pt>
                <c:pt idx="10">
                  <c:v>0.282075</c:v>
                </c:pt>
                <c:pt idx="11">
                  <c:v>0.343987</c:v>
                </c:pt>
                <c:pt idx="12">
                  <c:v>0.393439</c:v>
                </c:pt>
                <c:pt idx="13">
                  <c:v>0.389406</c:v>
                </c:pt>
                <c:pt idx="14">
                  <c:v>0.42427</c:v>
                </c:pt>
                <c:pt idx="15">
                  <c:v>0.405293</c:v>
                </c:pt>
                <c:pt idx="16">
                  <c:v>0.430977</c:v>
                </c:pt>
                <c:pt idx="17">
                  <c:v>0.431003</c:v>
                </c:pt>
                <c:pt idx="18">
                  <c:v>0.411486</c:v>
                </c:pt>
                <c:pt idx="19">
                  <c:v>0.398081</c:v>
                </c:pt>
                <c:pt idx="20">
                  <c:v>0.404973</c:v>
                </c:pt>
                <c:pt idx="21">
                  <c:v>0.372853</c:v>
                </c:pt>
                <c:pt idx="22">
                  <c:v>0.36407</c:v>
                </c:pt>
                <c:pt idx="23">
                  <c:v>0.34466</c:v>
                </c:pt>
                <c:pt idx="24">
                  <c:v>0.340657</c:v>
                </c:pt>
                <c:pt idx="25">
                  <c:v>0.327782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Hydro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0.076814</c:v>
                </c:pt>
                <c:pt idx="1">
                  <c:v>0.075281</c:v>
                </c:pt>
                <c:pt idx="2">
                  <c:v>0.073069</c:v>
                </c:pt>
                <c:pt idx="3">
                  <c:v>0.084634</c:v>
                </c:pt>
                <c:pt idx="4">
                  <c:v>0.081761</c:v>
                </c:pt>
                <c:pt idx="5">
                  <c:v>0.067264</c:v>
                </c:pt>
                <c:pt idx="6">
                  <c:v>0.076274</c:v>
                </c:pt>
                <c:pt idx="7">
                  <c:v>0.063138</c:v>
                </c:pt>
                <c:pt idx="8">
                  <c:v>0.063496</c:v>
                </c:pt>
                <c:pt idx="9">
                  <c:v>0.063257</c:v>
                </c:pt>
                <c:pt idx="10">
                  <c:v>0.076554</c:v>
                </c:pt>
                <c:pt idx="11">
                  <c:v>0.074706</c:v>
                </c:pt>
                <c:pt idx="12">
                  <c:v>0.069655</c:v>
                </c:pt>
                <c:pt idx="13">
                  <c:v>0.07293</c:v>
                </c:pt>
                <c:pt idx="14">
                  <c:v>0.076888</c:v>
                </c:pt>
                <c:pt idx="15">
                  <c:v>0.083262</c:v>
                </c:pt>
                <c:pt idx="16">
                  <c:v>0.074673</c:v>
                </c:pt>
                <c:pt idx="17">
                  <c:v>0.073584</c:v>
                </c:pt>
                <c:pt idx="18">
                  <c:v>0.074797</c:v>
                </c:pt>
                <c:pt idx="19">
                  <c:v>0.070575</c:v>
                </c:pt>
                <c:pt idx="20">
                  <c:v>0.077475</c:v>
                </c:pt>
                <c:pt idx="21">
                  <c:v>0.076962</c:v>
                </c:pt>
                <c:pt idx="22">
                  <c:v>0.071951</c:v>
                </c:pt>
                <c:pt idx="23">
                  <c:v>0.074032</c:v>
                </c:pt>
                <c:pt idx="24">
                  <c:v>0.078169</c:v>
                </c:pt>
                <c:pt idx="25">
                  <c:v>0.071757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Nuclear</c:v>
                </c:pt>
              </c:strCache>
            </c:strRef>
          </c:tx>
          <c:spPr>
            <a:solidFill>
              <a:srgbClr val="9C2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0.290196</c:v>
                </c:pt>
                <c:pt idx="1">
                  <c:v>0.295936</c:v>
                </c:pt>
                <c:pt idx="2">
                  <c:v>0.284896</c:v>
                </c:pt>
                <c:pt idx="3">
                  <c:v>0.210582</c:v>
                </c:pt>
                <c:pt idx="4">
                  <c:v>0.25497</c:v>
                </c:pt>
                <c:pt idx="5">
                  <c:v>0.254139</c:v>
                </c:pt>
                <c:pt idx="6">
                  <c:v>0.261339</c:v>
                </c:pt>
                <c:pt idx="7">
                  <c:v>0.236427</c:v>
                </c:pt>
                <c:pt idx="8">
                  <c:v>0.212672</c:v>
                </c:pt>
                <c:pt idx="9">
                  <c:v>0.24654</c:v>
                </c:pt>
                <c:pt idx="10">
                  <c:v>0.252898</c:v>
                </c:pt>
                <c:pt idx="11">
                  <c:v>0.147555</c:v>
                </c:pt>
                <c:pt idx="12">
                  <c:v>0.016253</c:v>
                </c:pt>
                <c:pt idx="13">
                  <c:v>0.013422</c:v>
                </c:pt>
                <c:pt idx="14">
                  <c:v>0</c:v>
                </c:pt>
                <c:pt idx="15">
                  <c:v>0.004388</c:v>
                </c:pt>
                <c:pt idx="16">
                  <c:v>0.016621</c:v>
                </c:pt>
                <c:pt idx="17">
                  <c:v>0.026995</c:v>
                </c:pt>
                <c:pt idx="18">
                  <c:v>0.045349</c:v>
                </c:pt>
                <c:pt idx="19">
                  <c:v>0.062669</c:v>
                </c:pt>
                <c:pt idx="20">
                  <c:v>0.042531</c:v>
                </c:pt>
                <c:pt idx="21">
                  <c:v>0.059169</c:v>
                </c:pt>
                <c:pt idx="22">
                  <c:v>0.049752</c:v>
                </c:pt>
                <c:pt idx="23">
                  <c:v>0.076942</c:v>
                </c:pt>
                <c:pt idx="24">
                  <c:v>0.083541</c:v>
                </c:pt>
                <c:pt idx="25">
                  <c:v>0.091362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 Fossil</c:v>
                </c:pt>
              </c:strCache>
            </c:strRef>
          </c:tx>
          <c:spPr>
            <a:solidFill>
              <a:srgbClr val="7955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Sheet1!$G$2:$G$27</c:f>
              <c:numCache>
                <c:formatCode>General</c:formatCode>
                <c:ptCount val="26"/>
                <c:pt idx="0">
                  <c:v>0.166214</c:v>
                </c:pt>
                <c:pt idx="1">
                  <c:v>0.142041</c:v>
                </c:pt>
                <c:pt idx="2">
                  <c:v>0.156826</c:v>
                </c:pt>
                <c:pt idx="3">
                  <c:v>0.169524</c:v>
                </c:pt>
                <c:pt idx="4">
                  <c:v>0.151304</c:v>
                </c:pt>
                <c:pt idx="5">
                  <c:v>0.160398</c:v>
                </c:pt>
                <c:pt idx="6">
                  <c:v>0.132443</c:v>
                </c:pt>
                <c:pt idx="7">
                  <c:v>0.156918</c:v>
                </c:pt>
                <c:pt idx="8">
                  <c:v>0.144842</c:v>
                </c:pt>
                <c:pt idx="9">
                  <c:v>0.094514</c:v>
                </c:pt>
                <c:pt idx="10">
                  <c:v>0.088665</c:v>
                </c:pt>
                <c:pt idx="11">
                  <c:v>0.1475</c:v>
                </c:pt>
                <c:pt idx="12">
                  <c:v>0.187708</c:v>
                </c:pt>
                <c:pt idx="13">
                  <c:v>0.153048</c:v>
                </c:pt>
                <c:pt idx="14">
                  <c:v>0.11512</c:v>
                </c:pt>
                <c:pt idx="15">
                  <c:v>0.101386</c:v>
                </c:pt>
                <c:pt idx="16">
                  <c:v>0.091407</c:v>
                </c:pt>
                <c:pt idx="17">
                  <c:v>0.05283</c:v>
                </c:pt>
                <c:pt idx="18">
                  <c:v>0.048212</c:v>
                </c:pt>
                <c:pt idx="19">
                  <c:v>0.035927</c:v>
                </c:pt>
                <c:pt idx="20">
                  <c:v>0.025034</c:v>
                </c:pt>
                <c:pt idx="21">
                  <c:v>0.030222</c:v>
                </c:pt>
                <c:pt idx="22">
                  <c:v>0.043995</c:v>
                </c:pt>
                <c:pt idx="23">
                  <c:v>0.032283</c:v>
                </c:pt>
                <c:pt idx="24">
                  <c:v>0.024597</c:v>
                </c:pt>
                <c:pt idx="25">
                  <c:v>0.024654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FFC10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Sheet1!$H$2:$H$27</c:f>
              <c:numCache>
                <c:formatCode>General</c:formatCode>
                <c:ptCount val="26"/>
                <c:pt idx="0">
                  <c:v>0.000309</c:v>
                </c:pt>
                <c:pt idx="1">
                  <c:v>0.000462</c:v>
                </c:pt>
                <c:pt idx="2">
                  <c:v>0.000626</c:v>
                </c:pt>
                <c:pt idx="3">
                  <c:v>0.000869</c:v>
                </c:pt>
                <c:pt idx="4">
                  <c:v>0.001133</c:v>
                </c:pt>
                <c:pt idx="5">
                  <c:v>0.001414</c:v>
                </c:pt>
                <c:pt idx="6">
                  <c:v>0.001718</c:v>
                </c:pt>
                <c:pt idx="7">
                  <c:v>0.001957</c:v>
                </c:pt>
                <c:pt idx="8">
                  <c:v>0.002188</c:v>
                </c:pt>
                <c:pt idx="9">
                  <c:v>0.002738</c:v>
                </c:pt>
                <c:pt idx="10">
                  <c:v>0.003443</c:v>
                </c:pt>
                <c:pt idx="11">
                  <c:v>0.004927</c:v>
                </c:pt>
                <c:pt idx="12">
                  <c:v>0.006658</c:v>
                </c:pt>
                <c:pt idx="13">
                  <c:v>0.011868</c:v>
                </c:pt>
                <c:pt idx="14">
                  <c:v>0.02216</c:v>
                </c:pt>
                <c:pt idx="15">
                  <c:v>0.03353</c:v>
                </c:pt>
                <c:pt idx="16">
                  <c:v>0.040735</c:v>
                </c:pt>
                <c:pt idx="17">
                  <c:v>0.050183</c:v>
                </c:pt>
                <c:pt idx="18">
                  <c:v>0.056532</c:v>
                </c:pt>
                <c:pt idx="19">
                  <c:v>0.064378</c:v>
                </c:pt>
                <c:pt idx="20">
                  <c:v>0.075092</c:v>
                </c:pt>
                <c:pt idx="21">
                  <c:v>0.081359</c:v>
                </c:pt>
                <c:pt idx="22">
                  <c:v>0.087519</c:v>
                </c:pt>
                <c:pt idx="23">
                  <c:v>0.095716</c:v>
                </c:pt>
                <c:pt idx="24">
                  <c:v>0.095141</c:v>
                </c:pt>
                <c:pt idx="25">
                  <c:v>0.09813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Sheet1!$I$2:$I$27</c:f>
              <c:numCache>
                <c:formatCode>General</c:formatCode>
                <c:ptCount val="26"/>
                <c:pt idx="0">
                  <c:v>0.0001</c:v>
                </c:pt>
                <c:pt idx="1">
                  <c:v>0.000231</c:v>
                </c:pt>
                <c:pt idx="2">
                  <c:v>0.000372</c:v>
                </c:pt>
                <c:pt idx="3">
                  <c:v>0.00076</c:v>
                </c:pt>
                <c:pt idx="4">
                  <c:v>0.001284</c:v>
                </c:pt>
                <c:pt idx="5">
                  <c:v>0.001656</c:v>
                </c:pt>
                <c:pt idx="6">
                  <c:v>0.001829</c:v>
                </c:pt>
                <c:pt idx="7">
                  <c:v>0.002322</c:v>
                </c:pt>
                <c:pt idx="8">
                  <c:v>0.002484</c:v>
                </c:pt>
                <c:pt idx="9">
                  <c:v>0.003079</c:v>
                </c:pt>
                <c:pt idx="10">
                  <c:v>0.0034</c:v>
                </c:pt>
                <c:pt idx="11">
                  <c:v>0.004039</c:v>
                </c:pt>
                <c:pt idx="12">
                  <c:v>0.004273</c:v>
                </c:pt>
                <c:pt idx="13">
                  <c:v>0.004716</c:v>
                </c:pt>
                <c:pt idx="14">
                  <c:v>0.004714</c:v>
                </c:pt>
                <c:pt idx="15">
                  <c:v>0.005067</c:v>
                </c:pt>
                <c:pt idx="16">
                  <c:v>0.00502</c:v>
                </c:pt>
                <c:pt idx="17">
                  <c:v>0.005776</c:v>
                </c:pt>
                <c:pt idx="18">
                  <c:v>0.006806</c:v>
                </c:pt>
                <c:pt idx="19">
                  <c:v>0.007122</c:v>
                </c:pt>
                <c:pt idx="20">
                  <c:v>0.008318</c:v>
                </c:pt>
                <c:pt idx="21">
                  <c:v>0.00922</c:v>
                </c:pt>
                <c:pt idx="22">
                  <c:v>0.009053</c:v>
                </c:pt>
                <c:pt idx="23">
                  <c:v>0.009893</c:v>
                </c:pt>
                <c:pt idx="24">
                  <c:v>0.011354</c:v>
                </c:pt>
                <c:pt idx="25">
                  <c:v>0.012477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Bioenergy</c:v>
                </c:pt>
              </c:strCache>
            </c:strRef>
          </c:tx>
          <c:spPr>
            <a:solidFill>
              <a:srgbClr val="4CAF50"/>
            </a:solidFill>
            <a:ln w="25400" cap="flat">
              <a:solidFill>
                <a:srgbClr val="4CAF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AF50"/>
              </a:solidFill>
              <a:ln w="9525" cap="flat">
                <a:solidFill>
                  <a:srgbClr val="4CAF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1.47</c:v>
                </c:pt>
                <c:pt idx="1">
                  <c:v>1.48</c:v>
                </c:pt>
                <c:pt idx="2">
                  <c:v>1.54</c:v>
                </c:pt>
                <c:pt idx="3">
                  <c:v>1.64</c:v>
                </c:pt>
                <c:pt idx="4">
                  <c:v>1.61</c:v>
                </c:pt>
                <c:pt idx="5">
                  <c:v>1.88</c:v>
                </c:pt>
                <c:pt idx="6">
                  <c:v>1.85</c:v>
                </c:pt>
                <c:pt idx="7">
                  <c:v>1.88</c:v>
                </c:pt>
                <c:pt idx="8">
                  <c:v>1.8</c:v>
                </c:pt>
                <c:pt idx="9">
                  <c:v>1.82</c:v>
                </c:pt>
                <c:pt idx="10">
                  <c:v>1.89</c:v>
                </c:pt>
                <c:pt idx="11">
                  <c:v>1.91</c:v>
                </c:pt>
                <c:pt idx="12">
                  <c:v>2</c:v>
                </c:pt>
                <c:pt idx="13">
                  <c:v>2.13</c:v>
                </c:pt>
                <c:pt idx="14">
                  <c:v>2.22</c:v>
                </c:pt>
                <c:pt idx="15">
                  <c:v>2.77</c:v>
                </c:pt>
                <c:pt idx="16">
                  <c:v>2.23</c:v>
                </c:pt>
                <c:pt idx="17">
                  <c:v>2.21</c:v>
                </c:pt>
                <c:pt idx="18">
                  <c:v>2.38</c:v>
                </c:pt>
                <c:pt idx="19">
                  <c:v>2.64</c:v>
                </c:pt>
                <c:pt idx="20">
                  <c:v>3</c:v>
                </c:pt>
                <c:pt idx="21">
                  <c:v>3.36</c:v>
                </c:pt>
                <c:pt idx="22">
                  <c:v>3.64</c:v>
                </c:pt>
                <c:pt idx="23">
                  <c:v>4.17</c:v>
                </c:pt>
                <c:pt idx="24">
                  <c:v>4.47</c:v>
                </c:pt>
                <c:pt idx="25">
                  <c:v>5.33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rgbClr val="424242"/>
            </a:solidFill>
            <a:ln w="25400" cap="flat">
              <a:solidFill>
                <a:srgbClr val="4242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24242"/>
              </a:solidFill>
              <a:ln w="9525" cap="flat">
                <a:solidFill>
                  <a:srgbClr val="4242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21.66</c:v>
                </c:pt>
                <c:pt idx="1">
                  <c:v>23.44</c:v>
                </c:pt>
                <c:pt idx="2">
                  <c:v>23.97</c:v>
                </c:pt>
                <c:pt idx="3">
                  <c:v>26.73</c:v>
                </c:pt>
                <c:pt idx="4">
                  <c:v>26.35</c:v>
                </c:pt>
                <c:pt idx="5">
                  <c:v>27.68</c:v>
                </c:pt>
                <c:pt idx="6">
                  <c:v>26.74</c:v>
                </c:pt>
                <c:pt idx="7">
                  <c:v>26.89</c:v>
                </c:pt>
                <c:pt idx="8">
                  <c:v>28.19</c:v>
                </c:pt>
                <c:pt idx="9">
                  <c:v>28.01</c:v>
                </c:pt>
                <c:pt idx="10">
                  <c:v>27.41</c:v>
                </c:pt>
                <c:pt idx="11">
                  <c:v>25.82</c:v>
                </c:pt>
                <c:pt idx="12">
                  <c:v>30.2</c:v>
                </c:pt>
                <c:pt idx="13">
                  <c:v>33.33</c:v>
                </c:pt>
                <c:pt idx="14">
                  <c:v>33.46</c:v>
                </c:pt>
                <c:pt idx="15">
                  <c:v>33.94</c:v>
                </c:pt>
                <c:pt idx="16">
                  <c:v>31.83</c:v>
                </c:pt>
                <c:pt idx="17">
                  <c:v>33.75</c:v>
                </c:pt>
                <c:pt idx="18">
                  <c:v>33.3</c:v>
                </c:pt>
                <c:pt idx="19">
                  <c:v>33.49</c:v>
                </c:pt>
                <c:pt idx="20">
                  <c:v>33.65</c:v>
                </c:pt>
                <c:pt idx="21">
                  <c:v>33.66</c:v>
                </c:pt>
                <c:pt idx="22">
                  <c:v>33.73</c:v>
                </c:pt>
                <c:pt idx="23">
                  <c:v>32.47</c:v>
                </c:pt>
                <c:pt idx="24">
                  <c:v>32.19</c:v>
                </c:pt>
                <c:pt idx="25">
                  <c:v>32.05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rgbClr val="FF9800"/>
            </a:solidFill>
            <a:ln w="25400" cap="flat">
              <a:solidFill>
                <a:srgbClr val="FF9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800"/>
              </a:solidFill>
              <a:ln w="9525" cap="flat">
                <a:solidFill>
                  <a:srgbClr val="FF9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23.51</c:v>
                </c:pt>
                <c:pt idx="1">
                  <c:v>23.68</c:v>
                </c:pt>
                <c:pt idx="2">
                  <c:v>22.91</c:v>
                </c:pt>
                <c:pt idx="3">
                  <c:v>25</c:v>
                </c:pt>
                <c:pt idx="4">
                  <c:v>23</c:v>
                </c:pt>
                <c:pt idx="5">
                  <c:v>21.95</c:v>
                </c:pt>
                <c:pt idx="6">
                  <c:v>24.05</c:v>
                </c:pt>
                <c:pt idx="7">
                  <c:v>25.15</c:v>
                </c:pt>
                <c:pt idx="8">
                  <c:v>27.44</c:v>
                </c:pt>
                <c:pt idx="9">
                  <c:v>29.15</c:v>
                </c:pt>
                <c:pt idx="10">
                  <c:v>28.21</c:v>
                </c:pt>
                <c:pt idx="11">
                  <c:v>34.4</c:v>
                </c:pt>
                <c:pt idx="12">
                  <c:v>39.34</c:v>
                </c:pt>
                <c:pt idx="13">
                  <c:v>38.94</c:v>
                </c:pt>
                <c:pt idx="14">
                  <c:v>42.43</c:v>
                </c:pt>
                <c:pt idx="15">
                  <c:v>40.53</c:v>
                </c:pt>
                <c:pt idx="16">
                  <c:v>43.1</c:v>
                </c:pt>
                <c:pt idx="17">
                  <c:v>43.1</c:v>
                </c:pt>
                <c:pt idx="18">
                  <c:v>41.15</c:v>
                </c:pt>
                <c:pt idx="19">
                  <c:v>39.81</c:v>
                </c:pt>
                <c:pt idx="20">
                  <c:v>40.5</c:v>
                </c:pt>
                <c:pt idx="21">
                  <c:v>37.29</c:v>
                </c:pt>
                <c:pt idx="22">
                  <c:v>36.41</c:v>
                </c:pt>
                <c:pt idx="23">
                  <c:v>34.47</c:v>
                </c:pt>
                <c:pt idx="24">
                  <c:v>34.07</c:v>
                </c:pt>
                <c:pt idx="25">
                  <c:v>32.78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Hydro</c:v>
                </c:pt>
              </c:strCache>
            </c:strRef>
          </c:tx>
          <c:spPr>
            <a:solidFill>
              <a:srgbClr val="2196F3"/>
            </a:solidFill>
            <a:ln w="2540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7.68</c:v>
                </c:pt>
                <c:pt idx="1">
                  <c:v>7.53</c:v>
                </c:pt>
                <c:pt idx="2">
                  <c:v>7.31</c:v>
                </c:pt>
                <c:pt idx="3">
                  <c:v>8.46</c:v>
                </c:pt>
                <c:pt idx="4">
                  <c:v>8.18</c:v>
                </c:pt>
                <c:pt idx="5">
                  <c:v>6.73</c:v>
                </c:pt>
                <c:pt idx="6">
                  <c:v>7.63</c:v>
                </c:pt>
                <c:pt idx="7">
                  <c:v>6.31</c:v>
                </c:pt>
                <c:pt idx="8">
                  <c:v>6.35</c:v>
                </c:pt>
                <c:pt idx="9">
                  <c:v>6.33</c:v>
                </c:pt>
                <c:pt idx="10">
                  <c:v>7.66</c:v>
                </c:pt>
                <c:pt idx="11">
                  <c:v>7.47</c:v>
                </c:pt>
                <c:pt idx="12">
                  <c:v>6.97</c:v>
                </c:pt>
                <c:pt idx="13">
                  <c:v>7.29</c:v>
                </c:pt>
                <c:pt idx="14">
                  <c:v>7.69</c:v>
                </c:pt>
                <c:pt idx="15">
                  <c:v>8.33</c:v>
                </c:pt>
                <c:pt idx="16">
                  <c:v>7.47</c:v>
                </c:pt>
                <c:pt idx="17">
                  <c:v>7.36</c:v>
                </c:pt>
                <c:pt idx="18">
                  <c:v>7.48</c:v>
                </c:pt>
                <c:pt idx="19">
                  <c:v>7.06</c:v>
                </c:pt>
                <c:pt idx="20">
                  <c:v>7.75</c:v>
                </c:pt>
                <c:pt idx="21">
                  <c:v>7.7</c:v>
                </c:pt>
                <c:pt idx="22">
                  <c:v>7.2</c:v>
                </c:pt>
                <c:pt idx="23">
                  <c:v>7.4</c:v>
                </c:pt>
                <c:pt idx="24">
                  <c:v>7.82</c:v>
                </c:pt>
                <c:pt idx="25">
                  <c:v>7.18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Nuclear</c:v>
                </c:pt>
              </c:strCache>
            </c:strRef>
          </c:tx>
          <c:spPr>
            <a:solidFill>
              <a:srgbClr val="9C27B0"/>
            </a:solidFill>
            <a:ln w="25400" cap="flat">
              <a:solidFill>
                <a:srgbClr val="9C27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27B0"/>
              </a:solidFill>
              <a:ln w="9525" cap="flat">
                <a:solidFill>
                  <a:srgbClr val="9C27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29.02</c:v>
                </c:pt>
                <c:pt idx="1">
                  <c:v>29.59</c:v>
                </c:pt>
                <c:pt idx="2">
                  <c:v>28.49</c:v>
                </c:pt>
                <c:pt idx="3">
                  <c:v>21.06</c:v>
                </c:pt>
                <c:pt idx="4">
                  <c:v>25.5</c:v>
                </c:pt>
                <c:pt idx="5">
                  <c:v>25.41</c:v>
                </c:pt>
                <c:pt idx="6">
                  <c:v>26.13</c:v>
                </c:pt>
                <c:pt idx="7">
                  <c:v>23.64</c:v>
                </c:pt>
                <c:pt idx="8">
                  <c:v>21.27</c:v>
                </c:pt>
                <c:pt idx="9">
                  <c:v>24.65</c:v>
                </c:pt>
                <c:pt idx="10">
                  <c:v>25.29</c:v>
                </c:pt>
                <c:pt idx="11">
                  <c:v>14.76</c:v>
                </c:pt>
                <c:pt idx="12">
                  <c:v>1.63</c:v>
                </c:pt>
                <c:pt idx="13">
                  <c:v>1.34</c:v>
                </c:pt>
                <c:pt idx="14">
                  <c:v>0</c:v>
                </c:pt>
                <c:pt idx="15">
                  <c:v>0.44</c:v>
                </c:pt>
                <c:pt idx="16">
                  <c:v>1.66</c:v>
                </c:pt>
                <c:pt idx="17">
                  <c:v>2.7</c:v>
                </c:pt>
                <c:pt idx="18">
                  <c:v>4.53</c:v>
                </c:pt>
                <c:pt idx="19">
                  <c:v>6.27</c:v>
                </c:pt>
                <c:pt idx="20">
                  <c:v>4.25</c:v>
                </c:pt>
                <c:pt idx="21">
                  <c:v>5.92</c:v>
                </c:pt>
                <c:pt idx="22">
                  <c:v>4.98</c:v>
                </c:pt>
                <c:pt idx="23">
                  <c:v>7.69</c:v>
                </c:pt>
                <c:pt idx="24">
                  <c:v>8.35</c:v>
                </c:pt>
                <c:pt idx="25">
                  <c:v>9.14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 Fossil</c:v>
                </c:pt>
              </c:strCache>
            </c:strRef>
          </c:tx>
          <c:spPr>
            <a:solidFill>
              <a:srgbClr val="795548"/>
            </a:solidFill>
            <a:ln w="25400" cap="flat">
              <a:solidFill>
                <a:srgbClr val="7955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95548"/>
              </a:solidFill>
              <a:ln w="9525" cap="flat">
                <a:solidFill>
                  <a:srgbClr val="7955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Sheet1!$G$2:$G$27</c:f>
              <c:numCache>
                <c:formatCode>General</c:formatCode>
                <c:ptCount val="26"/>
                <c:pt idx="0">
                  <c:v>16.62</c:v>
                </c:pt>
                <c:pt idx="1">
                  <c:v>14.2</c:v>
                </c:pt>
                <c:pt idx="2">
                  <c:v>15.68</c:v>
                </c:pt>
                <c:pt idx="3">
                  <c:v>16.95</c:v>
                </c:pt>
                <c:pt idx="4">
                  <c:v>15.13</c:v>
                </c:pt>
                <c:pt idx="5">
                  <c:v>16.04</c:v>
                </c:pt>
                <c:pt idx="6">
                  <c:v>13.24</c:v>
                </c:pt>
                <c:pt idx="7">
                  <c:v>15.69</c:v>
                </c:pt>
                <c:pt idx="8">
                  <c:v>14.48</c:v>
                </c:pt>
                <c:pt idx="9">
                  <c:v>9.45</c:v>
                </c:pt>
                <c:pt idx="10">
                  <c:v>8.87</c:v>
                </c:pt>
                <c:pt idx="11">
                  <c:v>14.75</c:v>
                </c:pt>
                <c:pt idx="12">
                  <c:v>18.77</c:v>
                </c:pt>
                <c:pt idx="13">
                  <c:v>15.3</c:v>
                </c:pt>
                <c:pt idx="14">
                  <c:v>11.51</c:v>
                </c:pt>
                <c:pt idx="15">
                  <c:v>10.14</c:v>
                </c:pt>
                <c:pt idx="16">
                  <c:v>9.14</c:v>
                </c:pt>
                <c:pt idx="17">
                  <c:v>5.28</c:v>
                </c:pt>
                <c:pt idx="18">
                  <c:v>4.82</c:v>
                </c:pt>
                <c:pt idx="19">
                  <c:v>3.59</c:v>
                </c:pt>
                <c:pt idx="20">
                  <c:v>2.5</c:v>
                </c:pt>
                <c:pt idx="21">
                  <c:v>3.02</c:v>
                </c:pt>
                <c:pt idx="22">
                  <c:v>4.4</c:v>
                </c:pt>
                <c:pt idx="23">
                  <c:v>3.23</c:v>
                </c:pt>
                <c:pt idx="24">
                  <c:v>2.46</c:v>
                </c:pt>
                <c:pt idx="25">
                  <c:v>2.47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FFC107"/>
            </a:solidFill>
            <a:ln w="25400" cap="flat">
              <a:solidFill>
                <a:srgbClr val="FFC10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107"/>
              </a:solidFill>
              <a:ln w="9525" cap="flat">
                <a:solidFill>
                  <a:srgbClr val="FFC10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Sheet1!$H$2:$H$27</c:f>
              <c:numCache>
                <c:formatCode>General</c:formatCode>
                <c:ptCount val="26"/>
                <c:pt idx="0">
                  <c:v>0.03</c:v>
                </c:pt>
                <c:pt idx="1">
                  <c:v>0.05</c:v>
                </c:pt>
                <c:pt idx="2">
                  <c:v>0.06</c:v>
                </c:pt>
                <c:pt idx="3">
                  <c:v>0.09</c:v>
                </c:pt>
                <c:pt idx="4">
                  <c:v>0.11</c:v>
                </c:pt>
                <c:pt idx="5">
                  <c:v>0.14</c:v>
                </c:pt>
                <c:pt idx="6">
                  <c:v>0.17</c:v>
                </c:pt>
                <c:pt idx="7">
                  <c:v>0.2</c:v>
                </c:pt>
                <c:pt idx="8">
                  <c:v>0.22</c:v>
                </c:pt>
                <c:pt idx="9">
                  <c:v>0.27</c:v>
                </c:pt>
                <c:pt idx="10">
                  <c:v>0.34</c:v>
                </c:pt>
                <c:pt idx="11">
                  <c:v>0.49</c:v>
                </c:pt>
                <c:pt idx="12">
                  <c:v>0.67</c:v>
                </c:pt>
                <c:pt idx="13">
                  <c:v>1.19</c:v>
                </c:pt>
                <c:pt idx="14">
                  <c:v>2.22</c:v>
                </c:pt>
                <c:pt idx="15">
                  <c:v>3.35</c:v>
                </c:pt>
                <c:pt idx="16">
                  <c:v>4.07</c:v>
                </c:pt>
                <c:pt idx="17">
                  <c:v>5.02</c:v>
                </c:pt>
                <c:pt idx="18">
                  <c:v>5.65</c:v>
                </c:pt>
                <c:pt idx="19">
                  <c:v>6.44</c:v>
                </c:pt>
                <c:pt idx="20">
                  <c:v>7.51</c:v>
                </c:pt>
                <c:pt idx="21">
                  <c:v>8.14</c:v>
                </c:pt>
                <c:pt idx="22">
                  <c:v>8.75</c:v>
                </c:pt>
                <c:pt idx="23">
                  <c:v>9.57</c:v>
                </c:pt>
                <c:pt idx="24">
                  <c:v>9.51</c:v>
                </c:pt>
                <c:pt idx="25">
                  <c:v>9.81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00BCD4"/>
            </a:solidFill>
            <a:ln w="25400" cap="flat">
              <a:solidFill>
                <a:srgbClr val="00BC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Sheet1!$I$2:$I$27</c:f>
              <c:numCache>
                <c:formatCode>General</c:formatCode>
                <c:ptCount val="26"/>
                <c:pt idx="0">
                  <c:v>0.01</c:v>
                </c:pt>
                <c:pt idx="1">
                  <c:v>0.02</c:v>
                </c:pt>
                <c:pt idx="2">
                  <c:v>0.04</c:v>
                </c:pt>
                <c:pt idx="3">
                  <c:v>0.08</c:v>
                </c:pt>
                <c:pt idx="4">
                  <c:v>0.13</c:v>
                </c:pt>
                <c:pt idx="5">
                  <c:v>0.17</c:v>
                </c:pt>
                <c:pt idx="6">
                  <c:v>0.18</c:v>
                </c:pt>
                <c:pt idx="7">
                  <c:v>0.23</c:v>
                </c:pt>
                <c:pt idx="8">
                  <c:v>0.25</c:v>
                </c:pt>
                <c:pt idx="9">
                  <c:v>0.31</c:v>
                </c:pt>
                <c:pt idx="10">
                  <c:v>0.34</c:v>
                </c:pt>
                <c:pt idx="11">
                  <c:v>0.4</c:v>
                </c:pt>
                <c:pt idx="12">
                  <c:v>0.43</c:v>
                </c:pt>
                <c:pt idx="13">
                  <c:v>0.47</c:v>
                </c:pt>
                <c:pt idx="14">
                  <c:v>0.47</c:v>
                </c:pt>
                <c:pt idx="15">
                  <c:v>0.51</c:v>
                </c:pt>
                <c:pt idx="16">
                  <c:v>0.5</c:v>
                </c:pt>
                <c:pt idx="17">
                  <c:v>0.58</c:v>
                </c:pt>
                <c:pt idx="18">
                  <c:v>0.68</c:v>
                </c:pt>
                <c:pt idx="19">
                  <c:v>0.71</c:v>
                </c:pt>
                <c:pt idx="20">
                  <c:v>0.83</c:v>
                </c:pt>
                <c:pt idx="21">
                  <c:v>0.92</c:v>
                </c:pt>
                <c:pt idx="22">
                  <c:v>0.91</c:v>
                </c:pt>
                <c:pt idx="23">
                  <c:v>0.99</c:v>
                </c:pt>
                <c:pt idx="24">
                  <c:v>1.14</c:v>
                </c:pt>
                <c:pt idx="25">
                  <c:v>1.25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Bioenergy</c:v>
                </c:pt>
              </c:strCache>
            </c:strRef>
          </c:tx>
          <c:spPr>
            <a:solidFill>
              <a:srgbClr val="4CAF50"/>
            </a:solidFill>
            <a:ln w="25400" cap="flat">
              <a:solidFill>
                <a:srgbClr val="4CAF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AF50"/>
              </a:solidFill>
              <a:ln w="9525" cap="flat">
                <a:solidFill>
                  <a:srgbClr val="4CAF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-0.462</c:v>
                </c:pt>
                <c:pt idx="1">
                  <c:v>-0.599</c:v>
                </c:pt>
                <c:pt idx="2">
                  <c:v>-0.667</c:v>
                </c:pt>
                <c:pt idx="3">
                  <c:v>-0.756</c:v>
                </c:pt>
                <c:pt idx="4">
                  <c:v>-0.862</c:v>
                </c:pt>
                <c:pt idx="5">
                  <c:v>-0.769</c:v>
                </c:pt>
                <c:pt idx="6">
                  <c:v>-0.823</c:v>
                </c:pt>
                <c:pt idx="7">
                  <c:v>-0.845</c:v>
                </c:pt>
                <c:pt idx="8">
                  <c:v>-0.901</c:v>
                </c:pt>
                <c:pt idx="9">
                  <c:v>-0.915</c:v>
                </c:pt>
                <c:pt idx="10">
                  <c:v>-0.938</c:v>
                </c:pt>
                <c:pt idx="11">
                  <c:v>-1.004</c:v>
                </c:pt>
                <c:pt idx="12">
                  <c:v>-0.792</c:v>
                </c:pt>
                <c:pt idx="13">
                  <c:v>-0.788</c:v>
                </c:pt>
                <c:pt idx="14">
                  <c:v>3.839</c:v>
                </c:pt>
                <c:pt idx="15">
                  <c:v>-0.531</c:v>
                </c:pt>
                <c:pt idx="16">
                  <c:v>-0.884</c:v>
                </c:pt>
                <c:pt idx="17">
                  <c:v>-0.931</c:v>
                </c:pt>
                <c:pt idx="18">
                  <c:v>-0.951</c:v>
                </c:pt>
                <c:pt idx="19">
                  <c:v>-0.875</c:v>
                </c:pt>
                <c:pt idx="20">
                  <c:v>-0.72</c:v>
                </c:pt>
                <c:pt idx="21">
                  <c:v>-0.698</c:v>
                </c:pt>
                <c:pt idx="22">
                  <c:v>-0.651</c:v>
                </c:pt>
                <c:pt idx="23">
                  <c:v>-0.56</c:v>
                </c:pt>
                <c:pt idx="24">
                  <c:v>-0.497</c:v>
                </c:pt>
                <c:pt idx="25">
                  <c:v>-0.354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Coal</c:v>
                </c:pt>
              </c:strCache>
            </c:strRef>
          </c:tx>
          <c:spPr>
            <a:solidFill>
              <a:srgbClr val="424242"/>
            </a:solidFill>
            <a:ln w="25400" cap="flat">
              <a:solidFill>
                <a:srgbClr val="4242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24242"/>
              </a:solidFill>
              <a:ln w="9525" cap="flat">
                <a:solidFill>
                  <a:srgbClr val="4242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2.232</c:v>
                </c:pt>
                <c:pt idx="1">
                  <c:v>2.164</c:v>
                </c:pt>
                <c:pt idx="2">
                  <c:v>2.081</c:v>
                </c:pt>
                <c:pt idx="3">
                  <c:v>2.037</c:v>
                </c:pt>
                <c:pt idx="4">
                  <c:v>1.933</c:v>
                </c:pt>
                <c:pt idx="5">
                  <c:v>1.92</c:v>
                </c:pt>
                <c:pt idx="6">
                  <c:v>1.849</c:v>
                </c:pt>
                <c:pt idx="7">
                  <c:v>1.815</c:v>
                </c:pt>
                <c:pt idx="8">
                  <c:v>1.851</c:v>
                </c:pt>
                <c:pt idx="9">
                  <c:v>1.817</c:v>
                </c:pt>
                <c:pt idx="10">
                  <c:v>1.737</c:v>
                </c:pt>
                <c:pt idx="11">
                  <c:v>1.599</c:v>
                </c:pt>
                <c:pt idx="12">
                  <c:v>1.924</c:v>
                </c:pt>
                <c:pt idx="13">
                  <c:v>1.962</c:v>
                </c:pt>
                <c:pt idx="14">
                  <c:v>6.55</c:v>
                </c:pt>
                <c:pt idx="15">
                  <c:v>1.976</c:v>
                </c:pt>
                <c:pt idx="16">
                  <c:v>1.777</c:v>
                </c:pt>
                <c:pt idx="17">
                  <c:v>1.795</c:v>
                </c:pt>
                <c:pt idx="18">
                  <c:v>1.689</c:v>
                </c:pt>
                <c:pt idx="19">
                  <c:v>1.667</c:v>
                </c:pt>
                <c:pt idx="20">
                  <c:v>1.696</c:v>
                </c:pt>
                <c:pt idx="21">
                  <c:v>1.605</c:v>
                </c:pt>
                <c:pt idx="22">
                  <c:v>1.577</c:v>
                </c:pt>
                <c:pt idx="23">
                  <c:v>1.492</c:v>
                </c:pt>
                <c:pt idx="24">
                  <c:v>1.477</c:v>
                </c:pt>
                <c:pt idx="25">
                  <c:v>1.44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rgbClr val="FF9800"/>
            </a:solidFill>
            <a:ln w="25400" cap="flat">
              <a:solidFill>
                <a:srgbClr val="FF9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800"/>
              </a:solidFill>
              <a:ln w="9525" cap="flat">
                <a:solidFill>
                  <a:srgbClr val="FF9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2.313</c:v>
                </c:pt>
                <c:pt idx="1">
                  <c:v>2.174</c:v>
                </c:pt>
                <c:pt idx="2">
                  <c:v>2.036</c:v>
                </c:pt>
                <c:pt idx="3">
                  <c:v>1.97</c:v>
                </c:pt>
                <c:pt idx="4">
                  <c:v>1.797</c:v>
                </c:pt>
                <c:pt idx="5">
                  <c:v>1.688</c:v>
                </c:pt>
                <c:pt idx="6">
                  <c:v>1.743</c:v>
                </c:pt>
                <c:pt idx="7">
                  <c:v>1.748</c:v>
                </c:pt>
                <c:pt idx="8">
                  <c:v>1.824</c:v>
                </c:pt>
                <c:pt idx="9">
                  <c:v>1.856</c:v>
                </c:pt>
                <c:pt idx="10">
                  <c:v>1.766</c:v>
                </c:pt>
                <c:pt idx="11">
                  <c:v>1.886</c:v>
                </c:pt>
                <c:pt idx="12">
                  <c:v>2.188</c:v>
                </c:pt>
                <c:pt idx="13">
                  <c:v>2.118</c:v>
                </c:pt>
                <c:pt idx="14">
                  <c:v>6.788</c:v>
                </c:pt>
                <c:pt idx="15">
                  <c:v>2.154</c:v>
                </c:pt>
                <c:pt idx="16">
                  <c:v>2.08</c:v>
                </c:pt>
                <c:pt idx="17">
                  <c:v>2.039</c:v>
                </c:pt>
                <c:pt idx="18">
                  <c:v>1.901</c:v>
                </c:pt>
                <c:pt idx="19">
                  <c:v>1.84</c:v>
                </c:pt>
                <c:pt idx="20">
                  <c:v>1.881</c:v>
                </c:pt>
                <c:pt idx="21">
                  <c:v>1.708</c:v>
                </c:pt>
                <c:pt idx="22">
                  <c:v>1.653</c:v>
                </c:pt>
                <c:pt idx="23">
                  <c:v>1.551</c:v>
                </c:pt>
                <c:pt idx="24">
                  <c:v>1.534</c:v>
                </c:pt>
                <c:pt idx="25">
                  <c:v>1.462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Hydro</c:v>
                </c:pt>
              </c:strCache>
            </c:strRef>
          </c:tx>
          <c:spPr>
            <a:solidFill>
              <a:srgbClr val="2196F3"/>
            </a:solidFill>
            <a:ln w="2540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1.195</c:v>
                </c:pt>
                <c:pt idx="1">
                  <c:v>1.028</c:v>
                </c:pt>
                <c:pt idx="2">
                  <c:v>0.893</c:v>
                </c:pt>
                <c:pt idx="3">
                  <c:v>0.887</c:v>
                </c:pt>
                <c:pt idx="4">
                  <c:v>0.763</c:v>
                </c:pt>
                <c:pt idx="5">
                  <c:v>0.506</c:v>
                </c:pt>
                <c:pt idx="6">
                  <c:v>0.594</c:v>
                </c:pt>
                <c:pt idx="7">
                  <c:v>0.366</c:v>
                </c:pt>
                <c:pt idx="8">
                  <c:v>0.36</c:v>
                </c:pt>
                <c:pt idx="9">
                  <c:v>0.329</c:v>
                </c:pt>
                <c:pt idx="10">
                  <c:v>0.462</c:v>
                </c:pt>
                <c:pt idx="11">
                  <c:v>0.359</c:v>
                </c:pt>
                <c:pt idx="12">
                  <c:v>0.457</c:v>
                </c:pt>
                <c:pt idx="13">
                  <c:v>0.443</c:v>
                </c:pt>
                <c:pt idx="14">
                  <c:v>5.08</c:v>
                </c:pt>
                <c:pt idx="15">
                  <c:v>0.571</c:v>
                </c:pt>
                <c:pt idx="16">
                  <c:v>0.327</c:v>
                </c:pt>
                <c:pt idx="17">
                  <c:v>0.272</c:v>
                </c:pt>
                <c:pt idx="18">
                  <c:v>0.196</c:v>
                </c:pt>
                <c:pt idx="19">
                  <c:v>0.11</c:v>
                </c:pt>
                <c:pt idx="20">
                  <c:v>0.227</c:v>
                </c:pt>
                <c:pt idx="21">
                  <c:v>0.13</c:v>
                </c:pt>
                <c:pt idx="22">
                  <c:v>0.032</c:v>
                </c:pt>
                <c:pt idx="23">
                  <c:v>0.013</c:v>
                </c:pt>
                <c:pt idx="24">
                  <c:v>0.062</c:v>
                </c:pt>
                <c:pt idx="25">
                  <c:v>-0.057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Nuclear</c:v>
                </c:pt>
              </c:strCache>
            </c:strRef>
          </c:tx>
          <c:spPr>
            <a:solidFill>
              <a:srgbClr val="9C27B0"/>
            </a:solidFill>
            <a:ln w="25400" cap="flat">
              <a:solidFill>
                <a:srgbClr val="9C27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27B0"/>
              </a:solidFill>
              <a:ln w="9525" cap="flat">
                <a:solidFill>
                  <a:srgbClr val="9C27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Sheet1!$F$2:$F$27</c:f>
              <c:numCache>
                <c:formatCode>General</c:formatCode>
                <c:ptCount val="26"/>
                <c:pt idx="0">
                  <c:v>2.524</c:v>
                </c:pt>
                <c:pt idx="1">
                  <c:v>2.397</c:v>
                </c:pt>
                <c:pt idx="2">
                  <c:v>2.254</c:v>
                </c:pt>
                <c:pt idx="3">
                  <c:v>1.798</c:v>
                </c:pt>
                <c:pt idx="4">
                  <c:v>1.9</c:v>
                </c:pt>
                <c:pt idx="5">
                  <c:v>1.835</c:v>
                </c:pt>
                <c:pt idx="6">
                  <c:v>1.826</c:v>
                </c:pt>
                <c:pt idx="7">
                  <c:v>1.686</c:v>
                </c:pt>
                <c:pt idx="8">
                  <c:v>1.569</c:v>
                </c:pt>
                <c:pt idx="9">
                  <c:v>1.689</c:v>
                </c:pt>
                <c:pt idx="10">
                  <c:v>1.657</c:v>
                </c:pt>
                <c:pt idx="11">
                  <c:v>1.04</c:v>
                </c:pt>
                <c:pt idx="12">
                  <c:v>-0.999</c:v>
                </c:pt>
                <c:pt idx="13">
                  <c:v>-1.25</c:v>
                </c:pt>
                <c:pt idx="14">
                  <c:v>-33.862</c:v>
                </c:pt>
                <c:pt idx="15">
                  <c:v>-2.372</c:v>
                </c:pt>
                <c:pt idx="16">
                  <c:v>-1.176</c:v>
                </c:pt>
                <c:pt idx="17">
                  <c:v>-0.731</c:v>
                </c:pt>
                <c:pt idx="18">
                  <c:v>-0.305</c:v>
                </c:pt>
                <c:pt idx="19">
                  <c:v>-0.009</c:v>
                </c:pt>
                <c:pt idx="20">
                  <c:v>-0.373</c:v>
                </c:pt>
                <c:pt idx="21">
                  <c:v>-0.133</c:v>
                </c:pt>
                <c:pt idx="22">
                  <c:v>-0.337</c:v>
                </c:pt>
                <c:pt idx="23">
                  <c:v>0.052</c:v>
                </c:pt>
                <c:pt idx="24">
                  <c:v>0.128</c:v>
                </c:pt>
                <c:pt idx="25">
                  <c:v>0.185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 Fossil</c:v>
                </c:pt>
              </c:strCache>
            </c:strRef>
          </c:tx>
          <c:spPr>
            <a:solidFill>
              <a:srgbClr val="795548"/>
            </a:solidFill>
            <a:ln w="25400" cap="flat">
              <a:solidFill>
                <a:srgbClr val="7955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95548"/>
              </a:solidFill>
              <a:ln w="9525" cap="flat">
                <a:solidFill>
                  <a:srgbClr val="7955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Sheet1!$G$2:$G$27</c:f>
              <c:numCache>
                <c:formatCode>General</c:formatCode>
                <c:ptCount val="26"/>
                <c:pt idx="0">
                  <c:v>1.967</c:v>
                </c:pt>
                <c:pt idx="1">
                  <c:v>1.663</c:v>
                </c:pt>
                <c:pt idx="2">
                  <c:v>1.657</c:v>
                </c:pt>
                <c:pt idx="3">
                  <c:v>1.582</c:v>
                </c:pt>
                <c:pt idx="4">
                  <c:v>1.378</c:v>
                </c:pt>
                <c:pt idx="5">
                  <c:v>1.375</c:v>
                </c:pt>
                <c:pt idx="6">
                  <c:v>1.146</c:v>
                </c:pt>
                <c:pt idx="7">
                  <c:v>1.276</c:v>
                </c:pt>
                <c:pt idx="8">
                  <c:v>1.185</c:v>
                </c:pt>
                <c:pt idx="9">
                  <c:v>0.73</c:v>
                </c:pt>
                <c:pt idx="10">
                  <c:v>0.609</c:v>
                </c:pt>
                <c:pt idx="11">
                  <c:v>1.039</c:v>
                </c:pt>
                <c:pt idx="12">
                  <c:v>1.448</c:v>
                </c:pt>
                <c:pt idx="13">
                  <c:v>1.184</c:v>
                </c:pt>
                <c:pt idx="14">
                  <c:v>5.483</c:v>
                </c:pt>
                <c:pt idx="15">
                  <c:v>0.768</c:v>
                </c:pt>
                <c:pt idx="16">
                  <c:v>0.529</c:v>
                </c:pt>
                <c:pt idx="17">
                  <c:v>-0.06</c:v>
                </c:pt>
                <c:pt idx="18">
                  <c:v>-0.244</c:v>
                </c:pt>
                <c:pt idx="19">
                  <c:v>-0.566</c:v>
                </c:pt>
                <c:pt idx="20">
                  <c:v>-0.903</c:v>
                </c:pt>
                <c:pt idx="21">
                  <c:v>-0.805</c:v>
                </c:pt>
                <c:pt idx="22">
                  <c:v>-0.46</c:v>
                </c:pt>
                <c:pt idx="23">
                  <c:v>-0.817</c:v>
                </c:pt>
                <c:pt idx="24">
                  <c:v>-1.094</c:v>
                </c:pt>
                <c:pt idx="25">
                  <c:v>-1.125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rgbClr val="FFC107"/>
            </a:solidFill>
            <a:ln w="25400" cap="flat">
              <a:solidFill>
                <a:srgbClr val="FFC10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107"/>
              </a:solidFill>
              <a:ln w="9525" cap="flat">
                <a:solidFill>
                  <a:srgbClr val="FFC10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Sheet1!$H$2:$H$27</c:f>
              <c:numCache>
                <c:formatCode>General</c:formatCode>
                <c:ptCount val="26"/>
                <c:pt idx="0">
                  <c:v>-4.32</c:v>
                </c:pt>
                <c:pt idx="1">
                  <c:v>-4.066</c:v>
                </c:pt>
                <c:pt idx="2">
                  <c:v>-3.867</c:v>
                </c:pt>
                <c:pt idx="3">
                  <c:v>-3.691</c:v>
                </c:pt>
                <c:pt idx="4">
                  <c:v>-3.517</c:v>
                </c:pt>
                <c:pt idx="5">
                  <c:v>-3.357</c:v>
                </c:pt>
                <c:pt idx="6">
                  <c:v>-3.199</c:v>
                </c:pt>
                <c:pt idx="7">
                  <c:v>-3.108</c:v>
                </c:pt>
                <c:pt idx="8">
                  <c:v>-3.008</c:v>
                </c:pt>
                <c:pt idx="9">
                  <c:v>-2.812</c:v>
                </c:pt>
                <c:pt idx="10">
                  <c:v>-2.64</c:v>
                </c:pt>
                <c:pt idx="11">
                  <c:v>-2.36</c:v>
                </c:pt>
                <c:pt idx="12">
                  <c:v>-1.891</c:v>
                </c:pt>
                <c:pt idx="13">
                  <c:v>-1.373</c:v>
                </c:pt>
                <c:pt idx="14">
                  <c:v>3.835</c:v>
                </c:pt>
                <c:pt idx="15">
                  <c:v>-0.338</c:v>
                </c:pt>
                <c:pt idx="16">
                  <c:v>-0.279</c:v>
                </c:pt>
                <c:pt idx="17">
                  <c:v>-0.111</c:v>
                </c:pt>
                <c:pt idx="18">
                  <c:v>-0.084</c:v>
                </c:pt>
                <c:pt idx="19">
                  <c:v>0.018</c:v>
                </c:pt>
                <c:pt idx="20">
                  <c:v>0.196</c:v>
                </c:pt>
                <c:pt idx="21">
                  <c:v>0.185</c:v>
                </c:pt>
                <c:pt idx="22">
                  <c:v>0.228</c:v>
                </c:pt>
                <c:pt idx="23">
                  <c:v>0.27</c:v>
                </c:pt>
                <c:pt idx="24">
                  <c:v>0.258</c:v>
                </c:pt>
                <c:pt idx="25">
                  <c:v>0.256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00BCD4"/>
            </a:solidFill>
            <a:ln w="25400" cap="flat">
              <a:solidFill>
                <a:srgbClr val="00BC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Sheet1!$I$2:$I$27</c:f>
              <c:numCache>
                <c:formatCode>General</c:formatCode>
                <c:ptCount val="26"/>
                <c:pt idx="0">
                  <c:v>-5.449</c:v>
                </c:pt>
                <c:pt idx="1">
                  <c:v>-4.76</c:v>
                </c:pt>
                <c:pt idx="2">
                  <c:v>-4.388</c:v>
                </c:pt>
                <c:pt idx="3">
                  <c:v>-3.826</c:v>
                </c:pt>
                <c:pt idx="4">
                  <c:v>-3.391</c:v>
                </c:pt>
                <c:pt idx="5">
                  <c:v>-3.198</c:v>
                </c:pt>
                <c:pt idx="6">
                  <c:v>-3.136</c:v>
                </c:pt>
                <c:pt idx="7">
                  <c:v>-2.937</c:v>
                </c:pt>
                <c:pt idx="8">
                  <c:v>-2.881</c:v>
                </c:pt>
                <c:pt idx="9">
                  <c:v>-2.694</c:v>
                </c:pt>
                <c:pt idx="10">
                  <c:v>-2.653</c:v>
                </c:pt>
                <c:pt idx="11">
                  <c:v>-2.559</c:v>
                </c:pt>
                <c:pt idx="12">
                  <c:v>-2.335</c:v>
                </c:pt>
                <c:pt idx="13">
                  <c:v>-2.296</c:v>
                </c:pt>
                <c:pt idx="14">
                  <c:v>2.288</c:v>
                </c:pt>
                <c:pt idx="15">
                  <c:v>-2.228</c:v>
                </c:pt>
                <c:pt idx="16">
                  <c:v>-2.373</c:v>
                </c:pt>
                <c:pt idx="17">
                  <c:v>-2.273</c:v>
                </c:pt>
                <c:pt idx="18">
                  <c:v>-2.202</c:v>
                </c:pt>
                <c:pt idx="19">
                  <c:v>-2.184</c:v>
                </c:pt>
                <c:pt idx="20">
                  <c:v>-2.004</c:v>
                </c:pt>
                <c:pt idx="21">
                  <c:v>-1.992</c:v>
                </c:pt>
                <c:pt idx="22">
                  <c:v>-2.041</c:v>
                </c:pt>
                <c:pt idx="23">
                  <c:v>-2</c:v>
                </c:pt>
                <c:pt idx="24">
                  <c:v>-1.867</c:v>
                </c:pt>
                <c:pt idx="25">
                  <c:v>-1.806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Hs</c:v>
                </c:pt>
              </c:strCache>
            </c:strRef>
          </c:tx>
          <c:spPr>
            <a:solidFill>
              <a:srgbClr val="9C27B0"/>
            </a:solidFill>
            <a:ln w="38100" cap="flat">
              <a:solidFill>
                <a:srgbClr val="9C27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27B0"/>
              </a:solidFill>
              <a:ln w="9525" cap="flat">
                <a:solidFill>
                  <a:srgbClr val="9C27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0.2347</c:v>
                </c:pt>
                <c:pt idx="1">
                  <c:v>0.2396</c:v>
                </c:pt>
                <c:pt idx="2">
                  <c:v>0.2348</c:v>
                </c:pt>
                <c:pt idx="3">
                  <c:v>0.2228</c:v>
                </c:pt>
                <c:pt idx="4">
                  <c:v>0.2253</c:v>
                </c:pt>
                <c:pt idx="5">
                  <c:v>0.2276</c:v>
                </c:pt>
                <c:pt idx="6">
                  <c:v>0.2275</c:v>
                </c:pt>
                <c:pt idx="7">
                  <c:v>0.227</c:v>
                </c:pt>
                <c:pt idx="8">
                  <c:v>0.2323</c:v>
                </c:pt>
                <c:pt idx="9">
                  <c:v>0.2471</c:v>
                </c:pt>
                <c:pt idx="10">
                  <c:v>0.2379</c:v>
                </c:pt>
                <c:pt idx="11">
                  <c:v>0.2309</c:v>
                </c:pt>
                <c:pt idx="12">
                  <c:v>0.3123</c:v>
                </c:pt>
                <c:pt idx="13">
                  <c:v>0.3126</c:v>
                </c:pt>
                <c:pt idx="14">
                  <c:v>0.3409</c:v>
                </c:pt>
                <c:pt idx="15">
                  <c:v>0.3097</c:v>
                </c:pt>
                <c:pt idx="16">
                  <c:v>0.303</c:v>
                </c:pt>
                <c:pt idx="17">
                  <c:v>0.3083</c:v>
                </c:pt>
                <c:pt idx="18">
                  <c:v>0.28</c:v>
                </c:pt>
                <c:pt idx="19">
                  <c:v>0.2686</c:v>
                </c:pt>
                <c:pt idx="20">
                  <c:v>0.2801</c:v>
                </c:pt>
                <c:pt idx="21">
                  <c:v>0.2468</c:v>
                </c:pt>
                <c:pt idx="22">
                  <c:v>0.2369</c:v>
                </c:pt>
                <c:pt idx="23">
                  <c:v>0.2132</c:v>
                </c:pt>
                <c:pt idx="24">
                  <c:v>0.2099</c:v>
                </c:pt>
                <c:pt idx="25">
                  <c:v>0.1978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ω (deg)</c:v>
                </c:pt>
              </c:strCache>
            </c:strRef>
          </c:tx>
          <c:spPr>
            <a:solidFill>
              <a:srgbClr val="FF5722"/>
            </a:solidFill>
            <a:ln w="38100" cap="flat">
              <a:solidFill>
                <a:srgbClr val="FF5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722"/>
              </a:solidFill>
              <a:ln w="9525" cap="flat">
                <a:solidFill>
                  <a:srgbClr val="FF5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0</c:v>
                </c:pt>
                <c:pt idx="1">
                  <c:v>2.82</c:v>
                </c:pt>
                <c:pt idx="2">
                  <c:v>1.52</c:v>
                </c:pt>
                <c:pt idx="3">
                  <c:v>3.77</c:v>
                </c:pt>
                <c:pt idx="4">
                  <c:v>3.33</c:v>
                </c:pt>
                <c:pt idx="5">
                  <c:v>2.48</c:v>
                </c:pt>
                <c:pt idx="6">
                  <c:v>2.66</c:v>
                </c:pt>
                <c:pt idx="7">
                  <c:v>3.21</c:v>
                </c:pt>
                <c:pt idx="8">
                  <c:v>2.01</c:v>
                </c:pt>
                <c:pt idx="9">
                  <c:v>5.28</c:v>
                </c:pt>
                <c:pt idx="10">
                  <c:v>2.4</c:v>
                </c:pt>
                <c:pt idx="11">
                  <c:v>9.4</c:v>
                </c:pt>
                <c:pt idx="12">
                  <c:v>27.46</c:v>
                </c:pt>
                <c:pt idx="13">
                  <c:v>7.54</c:v>
                </c:pt>
                <c:pt idx="14">
                  <c:v>66.11</c:v>
                </c:pt>
                <c:pt idx="15">
                  <c:v>49.67</c:v>
                </c:pt>
                <c:pt idx="16">
                  <c:v>16.26</c:v>
                </c:pt>
                <c:pt idx="17">
                  <c:v>10.95</c:v>
                </c:pt>
                <c:pt idx="18">
                  <c:v>7.2</c:v>
                </c:pt>
                <c:pt idx="19">
                  <c:v>7.62</c:v>
                </c:pt>
                <c:pt idx="20">
                  <c:v>9.79</c:v>
                </c:pt>
                <c:pt idx="21">
                  <c:v>4.71</c:v>
                </c:pt>
                <c:pt idx="22">
                  <c:v>7.43</c:v>
                </c:pt>
                <c:pt idx="23">
                  <c:v>10</c:v>
                </c:pt>
                <c:pt idx="24">
                  <c:v>6.04</c:v>
                </c:pt>
                <c:pt idx="25">
                  <c:v>3.76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 Energy</c:v>
                </c:pt>
              </c:strCache>
            </c:strRef>
          </c:tx>
          <c:spPr>
            <a:solidFill>
              <a:srgbClr val="2196F3"/>
            </a:solidFill>
            <a:ln w="25400" cap="flat">
              <a:solidFill>
                <a:srgbClr val="2196F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70.57</c:v>
                </c:pt>
                <c:pt idx="1">
                  <c:v>58.52</c:v>
                </c:pt>
                <c:pt idx="2">
                  <c:v>51.76</c:v>
                </c:pt>
                <c:pt idx="3">
                  <c:v>43.39</c:v>
                </c:pt>
                <c:pt idx="4">
                  <c:v>37.66</c:v>
                </c:pt>
                <c:pt idx="5">
                  <c:v>34.14</c:v>
                </c:pt>
                <c:pt idx="6">
                  <c:v>32.2</c:v>
                </c:pt>
                <c:pt idx="7">
                  <c:v>29.95</c:v>
                </c:pt>
                <c:pt idx="8">
                  <c:v>28.91</c:v>
                </c:pt>
                <c:pt idx="9">
                  <c:v>26.24</c:v>
                </c:pt>
                <c:pt idx="10">
                  <c:v>24.35</c:v>
                </c:pt>
                <c:pt idx="11">
                  <c:v>21.53</c:v>
                </c:pt>
                <c:pt idx="12">
                  <c:v>21.44</c:v>
                </c:pt>
                <c:pt idx="13">
                  <c:v>19.27</c:v>
                </c:pt>
                <c:pt idx="14">
                  <c:v>1326.19</c:v>
                </c:pt>
                <c:pt idx="15">
                  <c:v>20.45</c:v>
                </c:pt>
                <c:pt idx="16">
                  <c:v>15.74</c:v>
                </c:pt>
                <c:pt idx="17">
                  <c:v>14.04</c:v>
                </c:pt>
                <c:pt idx="18">
                  <c:v>12.41</c:v>
                </c:pt>
                <c:pt idx="19">
                  <c:v>12.03</c:v>
                </c:pt>
                <c:pt idx="20">
                  <c:v>11.99</c:v>
                </c:pt>
                <c:pt idx="21">
                  <c:v>10.67</c:v>
                </c:pt>
                <c:pt idx="22">
                  <c:v>10.19</c:v>
                </c:pt>
                <c:pt idx="23">
                  <c:v>9.69</c:v>
                </c:pt>
                <c:pt idx="24">
                  <c:v>9.55</c:v>
                </c:pt>
                <c:pt idx="25">
                  <c:v>8.97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Condition Number</c:v>
                </c:pt>
              </c:strCache>
            </c:strRef>
          </c:tx>
          <c:spPr>
            <a:solidFill>
              <a:srgbClr val="FF9800"/>
            </a:solidFill>
            <a:ln w="25400" cap="flat">
              <a:solidFill>
                <a:srgbClr val="FF9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800"/>
              </a:solidFill>
              <a:ln w="9525" cap="flat">
                <a:solidFill>
                  <a:srgbClr val="FF9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2901</c:v>
                </c:pt>
                <c:pt idx="1">
                  <c:v>1282</c:v>
                </c:pt>
                <c:pt idx="2">
                  <c:v>766</c:v>
                </c:pt>
                <c:pt idx="3">
                  <c:v>352</c:v>
                </c:pt>
                <c:pt idx="4">
                  <c:v>233</c:v>
                </c:pt>
                <c:pt idx="5">
                  <c:v>196</c:v>
                </c:pt>
                <c:pt idx="6">
                  <c:v>156</c:v>
                </c:pt>
                <c:pt idx="7">
                  <c:v>137</c:v>
                </c:pt>
                <c:pt idx="8">
                  <c:v>129</c:v>
                </c:pt>
                <c:pt idx="9">
                  <c:v>106</c:v>
                </c:pt>
                <c:pt idx="10">
                  <c:v>83</c:v>
                </c:pt>
                <c:pt idx="11">
                  <c:v>85</c:v>
                </c:pt>
                <c:pt idx="12">
                  <c:v>92</c:v>
                </c:pt>
                <c:pt idx="13">
                  <c:v>83</c:v>
                </c:pt>
                <c:pt idx="14">
                  <c:v>450879999999999940</c:v>
                </c:pt>
                <c:pt idx="15">
                  <c:v>92</c:v>
                </c:pt>
                <c:pt idx="16">
                  <c:v>86</c:v>
                </c:pt>
                <c:pt idx="17">
                  <c:v>75</c:v>
                </c:pt>
                <c:pt idx="18">
                  <c:v>60</c:v>
                </c:pt>
                <c:pt idx="19">
                  <c:v>56</c:v>
                </c:pt>
                <c:pt idx="20">
                  <c:v>49</c:v>
                </c:pt>
                <c:pt idx="21">
                  <c:v>40</c:v>
                </c:pt>
                <c:pt idx="22">
                  <c:v>40</c:v>
                </c:pt>
                <c:pt idx="23">
                  <c:v>35</c:v>
                </c:pt>
                <c:pt idx="24">
                  <c:v>30</c:v>
                </c:pt>
                <c:pt idx="25">
                  <c:v>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Coal-Nuclear</c:v>
                </c:pt>
              </c:strCache>
            </c:strRef>
          </c:tx>
          <c:spPr>
            <a:solidFill>
              <a:srgbClr val="424242"/>
            </a:solidFill>
            <a:ln w="25400" cap="flat">
              <a:solidFill>
                <a:srgbClr val="4242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24242"/>
              </a:solidFill>
              <a:ln w="9525" cap="flat">
                <a:solidFill>
                  <a:srgbClr val="4242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48.52</c:v>
                </c:pt>
                <c:pt idx="1">
                  <c:v>47.93</c:v>
                </c:pt>
                <c:pt idx="2">
                  <c:v>47.28</c:v>
                </c:pt>
                <c:pt idx="3">
                  <c:v>41.44</c:v>
                </c:pt>
                <c:pt idx="4">
                  <c:v>44.51</c:v>
                </c:pt>
                <c:pt idx="5">
                  <c:v>43.7</c:v>
                </c:pt>
                <c:pt idx="6">
                  <c:v>44.64</c:v>
                </c:pt>
                <c:pt idx="7">
                  <c:v>42.9</c:v>
                </c:pt>
                <c:pt idx="8">
                  <c:v>40.29</c:v>
                </c:pt>
                <c:pt idx="9">
                  <c:v>42.91</c:v>
                </c:pt>
                <c:pt idx="10">
                  <c:v>43.64</c:v>
                </c:pt>
                <c:pt idx="11">
                  <c:v>33.03</c:v>
                </c:pt>
                <c:pt idx="12">
                  <c:v>-27.44</c:v>
                </c:pt>
                <c:pt idx="13">
                  <c:v>-32.5</c:v>
                </c:pt>
                <c:pt idx="14">
                  <c:v>-79.05</c:v>
                </c:pt>
                <c:pt idx="15">
                  <c:v>-50.2</c:v>
                </c:pt>
                <c:pt idx="16">
                  <c:v>-33.5</c:v>
                </c:pt>
                <c:pt idx="17">
                  <c:v>-22.16</c:v>
                </c:pt>
                <c:pt idx="18">
                  <c:v>-10.23</c:v>
                </c:pt>
                <c:pt idx="19">
                  <c:v>-0.31</c:v>
                </c:pt>
                <c:pt idx="20">
                  <c:v>-12.39</c:v>
                </c:pt>
                <c:pt idx="21">
                  <c:v>-4.74</c:v>
                </c:pt>
                <c:pt idx="22">
                  <c:v>-12.07</c:v>
                </c:pt>
                <c:pt idx="23">
                  <c:v>1.98</c:v>
                </c:pt>
                <c:pt idx="24">
                  <c:v>4.96</c:v>
                </c:pt>
                <c:pt idx="25">
                  <c:v>7.31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Gas-Nuclear</c:v>
                </c:pt>
              </c:strCache>
            </c:strRef>
          </c:tx>
          <c:spPr>
            <a:solidFill>
              <a:srgbClr val="FF9800"/>
            </a:solidFill>
            <a:ln w="25400" cap="flat">
              <a:solidFill>
                <a:srgbClr val="FF98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800"/>
              </a:solidFill>
              <a:ln w="9525" cap="flat">
                <a:solidFill>
                  <a:srgbClr val="FF98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47.49</c:v>
                </c:pt>
                <c:pt idx="1">
                  <c:v>47.79</c:v>
                </c:pt>
                <c:pt idx="2">
                  <c:v>47.91</c:v>
                </c:pt>
                <c:pt idx="3">
                  <c:v>42.4</c:v>
                </c:pt>
                <c:pt idx="4">
                  <c:v>46.6</c:v>
                </c:pt>
                <c:pt idx="5">
                  <c:v>47.38</c:v>
                </c:pt>
                <c:pt idx="6">
                  <c:v>46.33</c:v>
                </c:pt>
                <c:pt idx="7">
                  <c:v>43.97</c:v>
                </c:pt>
                <c:pt idx="8">
                  <c:v>40.7</c:v>
                </c:pt>
                <c:pt idx="9">
                  <c:v>42.3</c:v>
                </c:pt>
                <c:pt idx="10">
                  <c:v>43.17</c:v>
                </c:pt>
                <c:pt idx="11">
                  <c:v>28.86</c:v>
                </c:pt>
                <c:pt idx="12">
                  <c:v>-24.53</c:v>
                </c:pt>
                <c:pt idx="13">
                  <c:v>-30.55</c:v>
                </c:pt>
                <c:pt idx="14">
                  <c:v>-78.67</c:v>
                </c:pt>
                <c:pt idx="15">
                  <c:v>-47.76</c:v>
                </c:pt>
                <c:pt idx="16">
                  <c:v>-29.48</c:v>
                </c:pt>
                <c:pt idx="17">
                  <c:v>-19.72</c:v>
                </c:pt>
                <c:pt idx="18">
                  <c:v>-9.11</c:v>
                </c:pt>
                <c:pt idx="19">
                  <c:v>-0.28</c:v>
                </c:pt>
                <c:pt idx="20">
                  <c:v>-11.2</c:v>
                </c:pt>
                <c:pt idx="21">
                  <c:v>-4.46</c:v>
                </c:pt>
                <c:pt idx="22">
                  <c:v>-11.53</c:v>
                </c:pt>
                <c:pt idx="23">
                  <c:v>1.9</c:v>
                </c:pt>
                <c:pt idx="24">
                  <c:v>4.78</c:v>
                </c:pt>
                <c:pt idx="25">
                  <c:v>7.2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Nuclear-Solar</c:v>
                </c:pt>
              </c:strCache>
            </c:strRef>
          </c:tx>
          <c:spPr>
            <a:solidFill>
              <a:srgbClr val="FFC107"/>
            </a:solidFill>
            <a:ln w="25400" cap="flat">
              <a:solidFill>
                <a:srgbClr val="FFC10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C107"/>
              </a:solidFill>
              <a:ln w="9525" cap="flat">
                <a:solidFill>
                  <a:srgbClr val="FFC10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-59.7</c:v>
                </c:pt>
                <c:pt idx="1">
                  <c:v>-59.49</c:v>
                </c:pt>
                <c:pt idx="2">
                  <c:v>-59.77</c:v>
                </c:pt>
                <c:pt idx="3">
                  <c:v>-64.02</c:v>
                </c:pt>
                <c:pt idx="4">
                  <c:v>-61.62</c:v>
                </c:pt>
                <c:pt idx="5">
                  <c:v>-61.34</c:v>
                </c:pt>
                <c:pt idx="6">
                  <c:v>-60.28</c:v>
                </c:pt>
                <c:pt idx="7">
                  <c:v>-61.52</c:v>
                </c:pt>
                <c:pt idx="8">
                  <c:v>-62.45</c:v>
                </c:pt>
                <c:pt idx="9">
                  <c:v>-59.01</c:v>
                </c:pt>
                <c:pt idx="10">
                  <c:v>-57.89</c:v>
                </c:pt>
                <c:pt idx="11">
                  <c:v>-66.23</c:v>
                </c:pt>
                <c:pt idx="12">
                  <c:v>-117.84</c:v>
                </c:pt>
                <c:pt idx="13">
                  <c:v>-132.31</c:v>
                </c:pt>
                <c:pt idx="14">
                  <c:v>173.54</c:v>
                </c:pt>
                <c:pt idx="15">
                  <c:v>-171.88</c:v>
                </c:pt>
                <c:pt idx="16">
                  <c:v>-166.64</c:v>
                </c:pt>
                <c:pt idx="17">
                  <c:v>-171.36</c:v>
                </c:pt>
                <c:pt idx="18">
                  <c:v>-164.52</c:v>
                </c:pt>
                <c:pt idx="19">
                  <c:v>117.19</c:v>
                </c:pt>
                <c:pt idx="20">
                  <c:v>152.27</c:v>
                </c:pt>
                <c:pt idx="21">
                  <c:v>125.67</c:v>
                </c:pt>
                <c:pt idx="22">
                  <c:v>145.97</c:v>
                </c:pt>
                <c:pt idx="23">
                  <c:v>79.19</c:v>
                </c:pt>
                <c:pt idx="24">
                  <c:v>63.59</c:v>
                </c:pt>
                <c:pt idx="25">
                  <c:v>54.21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Coal-Gas</c:v>
                </c:pt>
              </c:strCache>
            </c:strRef>
          </c:tx>
          <c:spPr>
            <a:solidFill>
              <a:srgbClr val="795548"/>
            </a:solidFill>
            <a:ln w="25400" cap="flat">
              <a:solidFill>
                <a:srgbClr val="7955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95548"/>
              </a:solidFill>
              <a:ln w="9525" cap="flat">
                <a:solidFill>
                  <a:srgbClr val="7955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  <c:pt idx="22">
                    <c:v>2022</c:v>
                  </c:pt>
                  <c:pt idx="23">
                    <c:v>2023</c:v>
                  </c:pt>
                  <c:pt idx="24">
                    <c:v>2024</c:v>
                  </c:pt>
                  <c:pt idx="25">
                    <c:v>2025</c:v>
                  </c:pt>
                </c:lvl>
              </c:multiLvlStrCache>
            </c:multiLvlStrRef>
          </c:cat>
          <c:val>
            <c:numRef>
              <c:f>Sheet1!$E$2:$E$27</c:f>
              <c:numCache>
                <c:formatCode>General</c:formatCode>
                <c:ptCount val="26"/>
                <c:pt idx="0">
                  <c:v>46.03</c:v>
                </c:pt>
                <c:pt idx="1">
                  <c:v>45.14</c:v>
                </c:pt>
                <c:pt idx="2">
                  <c:v>44.37</c:v>
                </c:pt>
                <c:pt idx="3">
                  <c:v>44.04</c:v>
                </c:pt>
                <c:pt idx="4">
                  <c:v>42.91</c:v>
                </c:pt>
                <c:pt idx="5">
                  <c:v>41.32</c:v>
                </c:pt>
                <c:pt idx="6">
                  <c:v>43.31</c:v>
                </c:pt>
                <c:pt idx="7">
                  <c:v>43.93</c:v>
                </c:pt>
                <c:pt idx="8">
                  <c:v>44.58</c:v>
                </c:pt>
                <c:pt idx="9">
                  <c:v>45.62</c:v>
                </c:pt>
                <c:pt idx="10">
                  <c:v>45.47</c:v>
                </c:pt>
                <c:pt idx="11">
                  <c:v>49.71</c:v>
                </c:pt>
                <c:pt idx="12">
                  <c:v>48.68</c:v>
                </c:pt>
                <c:pt idx="13">
                  <c:v>47.18</c:v>
                </c:pt>
                <c:pt idx="14">
                  <c:v>46.02</c:v>
                </c:pt>
                <c:pt idx="15">
                  <c:v>47.46</c:v>
                </c:pt>
                <c:pt idx="16">
                  <c:v>49.49</c:v>
                </c:pt>
                <c:pt idx="17">
                  <c:v>48.65</c:v>
                </c:pt>
                <c:pt idx="18">
                  <c:v>48.37</c:v>
                </c:pt>
                <c:pt idx="19">
                  <c:v>47.82</c:v>
                </c:pt>
                <c:pt idx="20">
                  <c:v>47.96</c:v>
                </c:pt>
                <c:pt idx="21">
                  <c:v>46.77</c:v>
                </c:pt>
                <c:pt idx="22">
                  <c:v>46.35</c:v>
                </c:pt>
                <c:pt idx="23">
                  <c:v>46.12</c:v>
                </c:pt>
                <c:pt idx="24">
                  <c:v>46.08</c:v>
                </c:pt>
                <c:pt idx="25">
                  <c:v>45.44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Opposition</c:v>
                </c:pt>
              </c:strCache>
            </c:strRef>
          </c:tx>
          <c:spPr>
            <a:solidFill>
              <a:srgbClr val="D32F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Sheet1!$A$2:$A$29</c:f>
              <c:multiLvlStrCache>
                <c:ptCount val="28"/>
                <c:lvl>
                  <c:pt idx="0">
                    <c:v>Coal-Nuclear</c:v>
                  </c:pt>
                  <c:pt idx="1">
                    <c:v>Gas-Nuclear</c:v>
                  </c:pt>
                  <c:pt idx="2">
                    <c:v>Bioenergy-Nuclear</c:v>
                  </c:pt>
                  <c:pt idx="3">
                    <c:v>Hydro-Nuclear</c:v>
                  </c:pt>
                  <c:pt idx="4">
                    <c:v>Nuclear-Solar</c:v>
                  </c:pt>
                  <c:pt idx="5">
                    <c:v>Nuclear-Wind</c:v>
                  </c:pt>
                  <c:pt idx="6">
                    <c:v>Nuclear-Other Fossil</c:v>
                  </c:pt>
                  <c:pt idx="7">
                    <c:v>Coal-Gas</c:v>
                  </c:pt>
                  <c:pt idx="8">
                    <c:v>Bioenergy-Coal</c:v>
                  </c:pt>
                  <c:pt idx="9">
                    <c:v>Coal-Hydro</c:v>
                  </c:pt>
                  <c:pt idx="10">
                    <c:v>Gas-Hydro</c:v>
                  </c:pt>
                  <c:pt idx="11">
                    <c:v>Bioenergy-Hydro</c:v>
                  </c:pt>
                  <c:pt idx="12">
                    <c:v>Bioenergy-Gas</c:v>
                  </c:pt>
                  <c:pt idx="13">
                    <c:v>Coal-Solar</c:v>
                  </c:pt>
                  <c:pt idx="14">
                    <c:v>Gas-Solar</c:v>
                  </c:pt>
                  <c:pt idx="15">
                    <c:v>Hydro-Solar</c:v>
                  </c:pt>
                  <c:pt idx="16">
                    <c:v>Bioenergy-Solar</c:v>
                  </c:pt>
                  <c:pt idx="17">
                    <c:v>Coal-Wind</c:v>
                  </c:pt>
                  <c:pt idx="18">
                    <c:v>Gas-Wind</c:v>
                  </c:pt>
                  <c:pt idx="19">
                    <c:v>Solar-Wind</c:v>
                  </c:pt>
                  <c:pt idx="20">
                    <c:v>Hydro-Wind</c:v>
                  </c:pt>
                  <c:pt idx="21">
                    <c:v>Bioenergy-Wind</c:v>
                  </c:pt>
                  <c:pt idx="22">
                    <c:v>Gas-Other Fossil</c:v>
                  </c:pt>
                  <c:pt idx="23">
                    <c:v>Coal-Other Fossil</c:v>
                  </c:pt>
                  <c:pt idx="24">
                    <c:v>Bioenergy-Other Fossil</c:v>
                  </c:pt>
                  <c:pt idx="25">
                    <c:v>Other Fossil-Solar</c:v>
                  </c:pt>
                  <c:pt idx="26">
                    <c:v>Hydro-Other Fossil</c:v>
                  </c:pt>
                  <c:pt idx="27">
                    <c:v>Other Fossil-Wind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-0.9989854865733426</c:v>
                </c:pt>
                <c:pt idx="1">
                  <c:v>-0.998419008830715</c:v>
                </c:pt>
                <c:pt idx="2">
                  <c:v>-0.997203744258574</c:v>
                </c:pt>
                <c:pt idx="3">
                  <c:v>-0.9969267608424979</c:v>
                </c:pt>
                <c:pt idx="4">
                  <c:v>-0.9956191928541072</c:v>
                </c:pt>
                <c:pt idx="5">
                  <c:v>-0.990319488112654</c:v>
                </c:pt>
                <c:pt idx="6">
                  <c:v>-0.9860419849430133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Co-Movement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Sheet1!$A$2:$A$29</c:f>
              <c:multiLvlStrCache>
                <c:ptCount val="28"/>
                <c:lvl>
                  <c:pt idx="0">
                    <c:v>Coal-Nuclear</c:v>
                  </c:pt>
                  <c:pt idx="1">
                    <c:v>Gas-Nuclear</c:v>
                  </c:pt>
                  <c:pt idx="2">
                    <c:v>Bioenergy-Nuclear</c:v>
                  </c:pt>
                  <c:pt idx="3">
                    <c:v>Hydro-Nuclear</c:v>
                  </c:pt>
                  <c:pt idx="4">
                    <c:v>Nuclear-Solar</c:v>
                  </c:pt>
                  <c:pt idx="5">
                    <c:v>Nuclear-Wind</c:v>
                  </c:pt>
                  <c:pt idx="6">
                    <c:v>Nuclear-Other Fossil</c:v>
                  </c:pt>
                  <c:pt idx="7">
                    <c:v>Coal-Gas</c:v>
                  </c:pt>
                  <c:pt idx="8">
                    <c:v>Bioenergy-Coal</c:v>
                  </c:pt>
                  <c:pt idx="9">
                    <c:v>Coal-Hydro</c:v>
                  </c:pt>
                  <c:pt idx="10">
                    <c:v>Gas-Hydro</c:v>
                  </c:pt>
                  <c:pt idx="11">
                    <c:v>Bioenergy-Hydro</c:v>
                  </c:pt>
                  <c:pt idx="12">
                    <c:v>Bioenergy-Gas</c:v>
                  </c:pt>
                  <c:pt idx="13">
                    <c:v>Coal-Solar</c:v>
                  </c:pt>
                  <c:pt idx="14">
                    <c:v>Gas-Solar</c:v>
                  </c:pt>
                  <c:pt idx="15">
                    <c:v>Hydro-Solar</c:v>
                  </c:pt>
                  <c:pt idx="16">
                    <c:v>Bioenergy-Solar</c:v>
                  </c:pt>
                  <c:pt idx="17">
                    <c:v>Coal-Wind</c:v>
                  </c:pt>
                  <c:pt idx="18">
                    <c:v>Gas-Wind</c:v>
                  </c:pt>
                  <c:pt idx="19">
                    <c:v>Solar-Wind</c:v>
                  </c:pt>
                  <c:pt idx="20">
                    <c:v>Hydro-Wind</c:v>
                  </c:pt>
                  <c:pt idx="21">
                    <c:v>Bioenergy-Wind</c:v>
                  </c:pt>
                  <c:pt idx="22">
                    <c:v>Gas-Other Fossil</c:v>
                  </c:pt>
                  <c:pt idx="23">
                    <c:v>Coal-Other Fossil</c:v>
                  </c:pt>
                  <c:pt idx="24">
                    <c:v>Bioenergy-Other Fossil</c:v>
                  </c:pt>
                  <c:pt idx="25">
                    <c:v>Other Fossil-Solar</c:v>
                  </c:pt>
                  <c:pt idx="26">
                    <c:v>Hydro-Other Fossil</c:v>
                  </c:pt>
                  <c:pt idx="27">
                    <c:v>Other Fossil-Wind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0.9981856564002948</c:v>
                </c:pt>
                <c:pt idx="8">
                  <c:v>0.9976177163987824</c:v>
                </c:pt>
                <c:pt idx="9">
                  <c:v>0.9966963265568104</c:v>
                </c:pt>
                <c:pt idx="10">
                  <c:v>0.9965063720744152</c:v>
                </c:pt>
                <c:pt idx="11">
                  <c:v>0.9959644733922441</c:v>
                </c:pt>
                <c:pt idx="12">
                  <c:v>0.9954018467390786</c:v>
                </c:pt>
                <c:pt idx="13">
                  <c:v>0.994431351791337</c:v>
                </c:pt>
                <c:pt idx="14">
                  <c:v>0.9938186857426641</c:v>
                </c:pt>
                <c:pt idx="15">
                  <c:v>0.9930108494655249</c:v>
                </c:pt>
                <c:pt idx="16">
                  <c:v>0.9914150976930629</c:v>
                </c:pt>
                <c:pt idx="17">
                  <c:v>0.9879162448611531</c:v>
                </c:pt>
                <c:pt idx="18">
                  <c:v>0.9849373756359593</c:v>
                </c:pt>
                <c:pt idx="19">
                  <c:v>0.9847005214747686</c:v>
                </c:pt>
                <c:pt idx="20">
                  <c:v>0.984587399047405</c:v>
                </c:pt>
                <c:pt idx="21">
                  <c:v>0.9836256407190419</c:v>
                </c:pt>
                <c:pt idx="22">
                  <c:v>0.983613378634059</c:v>
                </c:pt>
                <c:pt idx="23">
                  <c:v>0.9816220310648262</c:v>
                </c:pt>
                <c:pt idx="24">
                  <c:v>0.9801613469108752</c:v>
                </c:pt>
                <c:pt idx="25">
                  <c:v>0.9753621213892971</c:v>
                </c:pt>
                <c:pt idx="26">
                  <c:v>0.9753557383197677</c:v>
                </c:pt>
                <c:pt idx="27">
                  <c:v>0.9703504840775957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Electricity Generation (2000–2025)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3200400" cy="0"/>
          </a:xfrm>
          <a:prstGeom prst="line">
            <a:avLst/>
          </a:prstGeom>
          <a:noFill/>
          <a:ln w="25400">
            <a:solidFill>
              <a:srgbClr val="9C27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Computational Instruments — CoDaWork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Dataset  |  8 Carriers  |  26 Years  |  3-Stage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Higgins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RAW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Composition — Stacked Shares by Year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RAW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Fractions Over Time (Percentage Shares)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RAW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 Coordinates (Higgins Coordinates) Over Time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RAW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Scale (Hs) Over Time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range: 0.1978 – 0.3409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RAW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Velocity (ω) Over Time — Fukushima Signal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931920" y="1005840"/>
            <a:ext cx="1371600" cy="3657600"/>
          </a:xfrm>
          <a:prstGeom prst="rect">
            <a:avLst/>
          </a:prstGeom>
          <a:solidFill>
            <a:srgbClr val="FF0000">
              <a:alpha val="10000"/>
            </a:srgbClr>
          </a:solidFill>
          <a:ln w="6350">
            <a:solidFill>
              <a:srgbClr val="FF0000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3931920" y="1051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Fukushima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STAGE 1 CBS/CNT PLATES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Energy &amp; Condition Number Over Time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972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STAGE 1 CBS/CNT PLATES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Sensitivity — All Carriers × All Years (Morphographic Plate)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3234.3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2166.3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4332.6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1598.7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1150.1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1316.4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882.8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707.4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582.2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546.6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402.6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1.0e+15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STAGE 1 CBS/CNT PLATES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Helmsman (DCDI) History — All Transitions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Helmsman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ω (deg)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Delta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2.8189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3.7738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0.4353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2.4787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2.6642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2.0079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5.2774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2.4032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9.4013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27.4642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2.0383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7.5396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66.1070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32.6125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49.6746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31.4904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16.2591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1.1963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10.9468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7.1966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0.4262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7.6236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9.7926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4.7105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7.4261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0.3448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6.0418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0.2774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3.7598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STAGE 1 CBS/CNT PLATES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Pairwise Bearings Over Time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STAGE 1 CBS/CNT PLATES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Metric Tensor (κjj) — All Carriers × All Years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9.2e+6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8.7e+7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3994.9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4.1e+6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1.6e+7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3710.1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2.2e+6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6.3e+6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3267.3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1.2e+6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1.5e+6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3376.1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681960.2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530446.4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2472.9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437869.0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318898.6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2559.1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296561.8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261466.4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2472.6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228364.8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162312.5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182764.5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141839.3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2627.4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116733.2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92300.9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2453.8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73822.3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75712.7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2394.0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36050.0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53633.2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2189.0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3312.4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19736.7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47916.7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1926.8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6211.9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39340.5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1769.8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8.8e+29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1781.8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39370.4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45447.2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34075.5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1767.1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3167.2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527.3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34718.7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1791.3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26226.8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1547.6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376.4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18891.8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1260.1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677.9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17248.7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1396.2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12645.7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773.9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958.0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10292.4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662.0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10677.0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839.6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8939.5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143.2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1446.3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6787.6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1439.6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5620.3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STAGE 2 CROSS-EXAMINATION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Year-Pair Divergences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914400"/>
                <a:gridCol w="1280160"/>
                <a:gridCol w="18288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B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Dist.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Carrier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38.96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STRONG_DIVERGENCE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STAGE 2 CROSS-EXAMINATION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Pair Opposition vs Co-Movement Scores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8595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STAGE 2 CROSS-EXAMINATION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Carrier Pairs — Full Scores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1188720"/>
                <a:gridCol w="1188720"/>
                <a:gridCol w="182880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Co-Movement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1.44e+13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STRONG_OPPOSITION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1.13e+13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STRONG_OPPOSITION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2.16e+14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STRONG_OPPOSITION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6.25e+13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STRONG_OPPOSITION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Nuclear-Solar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2.17e+14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STRONG_OPPOSITION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Nuclear-Wind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1.02e+15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STRONG_OPPOSITION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Nuclear-Other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4.18e+13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STRONG_OPPOSITION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Bioenergy-Coal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STRONG_CO_MOVEMENT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STRONG_CO_MOVEMENT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STRONG_CO_MOVEMENT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STAGE 2 CROSS-EXAMINATION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View Comparison (XY vs XZ vs YZ)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64592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Pair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Carrier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XY-YZ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CONSISTENT_VIEWS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XZ-YZ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CONSISTENT_VIEWS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XY-XZ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CONSISTENT_VIEWS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section views show strong consistency (agreement &gt; 0.80), confirming isotropy of the metric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STAGE 3 HIGHER-DEGREE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Carrier Triads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371600"/>
                <a:gridCol w="1371600"/>
                <a:gridCol w="2377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 Score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Opposition Score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Coal-Gas-Nuclear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Bioenergy-Coal-Nuclear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Coal-Hydro-Nuclear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Gas-Hydro-Nuclear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Coal-Gas-Hydro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Bioenergy-Coal-Gas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Bioenergy-Gas-Nuclear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Bioenergy-Coal-Hydro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Bioenergy-Hydro-Nuclear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Coal-Nuclear-Solar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STRONG_TRIADIC_COUPLING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STAGE 3 HIGHER-DEGREE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Subcomposition Degree Ladder (Degree 2)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1188720"/>
                <a:gridCol w="1645920"/>
                <a:gridCol w="118872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Pressure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Nuclear-Solar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2.2e+13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Nuclear-Wind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4.7e+12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4.2e+14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3.3e+14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Nuclear-Other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1.2e+14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7.7e+13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Bioenergy-Nuclear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2.2e+13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Gas-Wind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2351.0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2166.8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Gas-Solar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761.3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Coal-Solar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701.7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Fossil-Wind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1662.6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Hydro-Wind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768.9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Fossil-Solar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Hydro-Solar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249.4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UNSTABLE_SUBCOMPOSITION</a:t>
                      </a:r>
                      <a:endParaRPr lang="en-US" sz="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STAGE 3 HIGHER-DEGREE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Regime Detection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R01: 2000 – 2013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Points: 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Within-Regime Variance: 217.39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Between-Regime Distance: 4.27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Carriers: Nuclear, Wind, Solar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VOLATILE_REGIME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R02: 2015 –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Points: 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Within-Regime Variance: 10.37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Between-Regime Distance: 0.00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Carriers: Nuclear, Other Fossil, Bioenergy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VOLATILE_REGIME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STAGE 3 HIGHER-DEGREE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Comparison — R01 (2000–2013) vs R02 (2015–2025)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24688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 (2000–2013)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 (2015–2025)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Metric 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Hs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0.2437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Condition Number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471.5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ω (deg)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Helmsman Freq.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Wind(4), Nuclear(3), Hydro(2), Other Fossil(2), Solar(2)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Nuclear(6), Other Fossil(4), Bioenergy(1)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Points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Within-Regime Variance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217.39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Bioenergy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-0.794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-0.696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Coal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Hydro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Nuclear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-0.461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Other Fossil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-0.434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Solar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-3.086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CLR: Wind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-3.322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-2.088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Deterministic Discoveries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dominates all divergence: Every top-20 year-pair divergence has Nuclear as the dominant contrast carrier. The Coal-Nuclear opposition score reaches 0.9990.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Fukushima boundary: The 2011 event creates a clear regime boundary. Angular velocity spikes to 19.8° in 2012, the highest recorded. Year 2014 appears in every top-10 divergence pair.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Two-regime structure: R01 (2000–2013) shows high within-regime variance (217.4) vs R02 (2015–2025) variance of only 10.4 — a 21× reduction indicating post-Fukushima compositional stabilization.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Triadic coupling: Coal-Gas-Nuclear triad has the highest coupling score (0.999). All triads containing Nuclear show non-zero opposition scores.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Nuclear-Solar subcomposition: Highest boundary pressure (2.2×10¹³) and lowest stability (0.00012) of all degree-2 subsets, indicating maximum structural tension between these carriers.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reads.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decides.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stays open.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9C2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Higgins Computational Instruments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CoDaWork 2026  |  Peter Higgins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HCI Analysis — Japan Electricity Generation (2000-2025)</dc:title>
  <dc:subject>PptxGenJS Presentation</dc:subject>
  <dc:creator>Peter Higgins</dc:creator>
  <cp:lastModifiedBy>Peter Higgins</cp:lastModifiedBy>
  <cp:revision>1</cp:revision>
  <dcterms:created xsi:type="dcterms:W3CDTF">2026-05-03T08:02:09Z</dcterms:created>
  <dcterms:modified xsi:type="dcterms:W3CDTF">2026-05-03T08:02:09Z</dcterms:modified>
</cp:coreProperties>
</file>