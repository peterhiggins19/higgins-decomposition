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53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_rels/chart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Sola-Wind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-128.4107</c:v>
                </c:pt>
                <c:pt idx="1">
                  <c:v>-130.5095</c:v>
                </c:pt>
                <c:pt idx="2">
                  <c:v>-131.3919</c:v>
                </c:pt>
                <c:pt idx="3">
                  <c:v>-133.9709</c:v>
                </c:pt>
                <c:pt idx="4">
                  <c:v>-136.0419</c:v>
                </c:pt>
                <c:pt idx="5">
                  <c:v>-136.3853</c:v>
                </c:pt>
                <c:pt idx="6">
                  <c:v>-135.5695</c:v>
                </c:pt>
                <c:pt idx="7">
                  <c:v>-136.6175</c:v>
                </c:pt>
                <c:pt idx="8">
                  <c:v>-136.2331</c:v>
                </c:pt>
                <c:pt idx="9">
                  <c:v>-136.2218</c:v>
                </c:pt>
                <c:pt idx="10">
                  <c:v>-134.8631</c:v>
                </c:pt>
                <c:pt idx="11">
                  <c:v>-132.6874</c:v>
                </c:pt>
                <c:pt idx="12">
                  <c:v>-129.0087</c:v>
                </c:pt>
                <c:pt idx="13">
                  <c:v>-120.8802</c:v>
                </c:pt>
                <c:pt idx="14">
                  <c:v>30.8152</c:v>
                </c:pt>
                <c:pt idx="15">
                  <c:v>-98.6363</c:v>
                </c:pt>
                <c:pt idx="16">
                  <c:v>-96.7133</c:v>
                </c:pt>
                <c:pt idx="17">
                  <c:v>-92.7975</c:v>
                </c:pt>
                <c:pt idx="18">
                  <c:v>-92.1971</c:v>
                </c:pt>
                <c:pt idx="19">
                  <c:v>-89.5337</c:v>
                </c:pt>
                <c:pt idx="20">
                  <c:v>-84.4183</c:v>
                </c:pt>
                <c:pt idx="21">
                  <c:v>-84.6831</c:v>
                </c:pt>
                <c:pt idx="22">
                  <c:v>-83.6361</c:v>
                </c:pt>
                <c:pt idx="23">
                  <c:v>-82.314</c:v>
                </c:pt>
                <c:pt idx="24">
                  <c:v>-82.125</c:v>
                </c:pt>
                <c:pt idx="25">
                  <c:v>-81.9322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Sola-Wind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-128.4107</c:v>
                </c:pt>
                <c:pt idx="1">
                  <c:v>-130.5095</c:v>
                </c:pt>
                <c:pt idx="2">
                  <c:v>-131.3919</c:v>
                </c:pt>
                <c:pt idx="3">
                  <c:v>-133.9709</c:v>
                </c:pt>
                <c:pt idx="4">
                  <c:v>-136.0419</c:v>
                </c:pt>
                <c:pt idx="5">
                  <c:v>-136.3853</c:v>
                </c:pt>
                <c:pt idx="6">
                  <c:v>-135.5695</c:v>
                </c:pt>
                <c:pt idx="7">
                  <c:v>-136.6175</c:v>
                </c:pt>
                <c:pt idx="8">
                  <c:v>-136.2331</c:v>
                </c:pt>
                <c:pt idx="9">
                  <c:v>-136.2218</c:v>
                </c:pt>
                <c:pt idx="10">
                  <c:v>-134.8631</c:v>
                </c:pt>
                <c:pt idx="11">
                  <c:v>-132.6874</c:v>
                </c:pt>
                <c:pt idx="12">
                  <c:v>-129.0087</c:v>
                </c:pt>
                <c:pt idx="13">
                  <c:v>-120.8802</c:v>
                </c:pt>
                <c:pt idx="14">
                  <c:v>30.8152</c:v>
                </c:pt>
                <c:pt idx="15">
                  <c:v>-98.6363</c:v>
                </c:pt>
                <c:pt idx="16">
                  <c:v>-96.7133</c:v>
                </c:pt>
                <c:pt idx="17">
                  <c:v>-92.7975</c:v>
                </c:pt>
                <c:pt idx="18">
                  <c:v>-92.1971</c:v>
                </c:pt>
                <c:pt idx="19">
                  <c:v>-89.5337</c:v>
                </c:pt>
                <c:pt idx="20">
                  <c:v>-84.4183</c:v>
                </c:pt>
                <c:pt idx="21">
                  <c:v>-84.6831</c:v>
                </c:pt>
                <c:pt idx="22">
                  <c:v>-83.6361</c:v>
                </c:pt>
                <c:pt idx="23">
                  <c:v>-82.314</c:v>
                </c:pt>
                <c:pt idx="24">
                  <c:v>-82.125</c:v>
                </c:pt>
                <c:pt idx="25">
                  <c:v>-81.9322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Sola-Wind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-128.4107</c:v>
                </c:pt>
                <c:pt idx="1">
                  <c:v>-130.5095</c:v>
                </c:pt>
                <c:pt idx="2">
                  <c:v>-131.3919</c:v>
                </c:pt>
                <c:pt idx="3">
                  <c:v>-133.9709</c:v>
                </c:pt>
                <c:pt idx="4">
                  <c:v>-136.0419</c:v>
                </c:pt>
                <c:pt idx="5">
                  <c:v>-136.3853</c:v>
                </c:pt>
                <c:pt idx="6">
                  <c:v>-135.5695</c:v>
                </c:pt>
                <c:pt idx="7">
                  <c:v>-136.6175</c:v>
                </c:pt>
                <c:pt idx="8">
                  <c:v>-136.2331</c:v>
                </c:pt>
                <c:pt idx="9">
                  <c:v>-136.2218</c:v>
                </c:pt>
                <c:pt idx="10">
                  <c:v>-134.8631</c:v>
                </c:pt>
                <c:pt idx="11">
                  <c:v>-132.6874</c:v>
                </c:pt>
                <c:pt idx="12">
                  <c:v>-129.0087</c:v>
                </c:pt>
                <c:pt idx="13">
                  <c:v>-120.8802</c:v>
                </c:pt>
                <c:pt idx="14">
                  <c:v>30.8152</c:v>
                </c:pt>
                <c:pt idx="15">
                  <c:v>-98.6363</c:v>
                </c:pt>
                <c:pt idx="16">
                  <c:v>-96.7133</c:v>
                </c:pt>
                <c:pt idx="17">
                  <c:v>-92.7975</c:v>
                </c:pt>
                <c:pt idx="18">
                  <c:v>-92.1971</c:v>
                </c:pt>
                <c:pt idx="19">
                  <c:v>-89.5337</c:v>
                </c:pt>
                <c:pt idx="20">
                  <c:v>-84.4183</c:v>
                </c:pt>
                <c:pt idx="21">
                  <c:v>-84.6831</c:v>
                </c:pt>
                <c:pt idx="22">
                  <c:v>-83.6361</c:v>
                </c:pt>
                <c:pt idx="23">
                  <c:v>-82.314</c:v>
                </c:pt>
                <c:pt idx="24">
                  <c:v>-82.125</c:v>
                </c:pt>
                <c:pt idx="25">
                  <c:v>-81.9322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Sola-Wind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-128.4107</c:v>
                </c:pt>
                <c:pt idx="1">
                  <c:v>-130.5095</c:v>
                </c:pt>
                <c:pt idx="2">
                  <c:v>-131.3919</c:v>
                </c:pt>
                <c:pt idx="3">
                  <c:v>-133.9709</c:v>
                </c:pt>
                <c:pt idx="4">
                  <c:v>-136.0419</c:v>
                </c:pt>
                <c:pt idx="5">
                  <c:v>-136.3853</c:v>
                </c:pt>
                <c:pt idx="6">
                  <c:v>-135.5695</c:v>
                </c:pt>
                <c:pt idx="7">
                  <c:v>-136.6175</c:v>
                </c:pt>
                <c:pt idx="8">
                  <c:v>-136.2331</c:v>
                </c:pt>
                <c:pt idx="9">
                  <c:v>-136.2218</c:v>
                </c:pt>
                <c:pt idx="10">
                  <c:v>-134.8631</c:v>
                </c:pt>
                <c:pt idx="11">
                  <c:v>-132.6874</c:v>
                </c:pt>
                <c:pt idx="12">
                  <c:v>-129.0087</c:v>
                </c:pt>
                <c:pt idx="13">
                  <c:v>-120.8802</c:v>
                </c:pt>
                <c:pt idx="14">
                  <c:v>30.8152</c:v>
                </c:pt>
                <c:pt idx="15">
                  <c:v>-98.6363</c:v>
                </c:pt>
                <c:pt idx="16">
                  <c:v>-96.7133</c:v>
                </c:pt>
                <c:pt idx="17">
                  <c:v>-92.7975</c:v>
                </c:pt>
                <c:pt idx="18">
                  <c:v>-92.1971</c:v>
                </c:pt>
                <c:pt idx="19">
                  <c:v>-89.5337</c:v>
                </c:pt>
                <c:pt idx="20">
                  <c:v>-84.4183</c:v>
                </c:pt>
                <c:pt idx="21">
                  <c:v>-84.6831</c:v>
                </c:pt>
                <c:pt idx="22">
                  <c:v>-83.6361</c:v>
                </c:pt>
                <c:pt idx="23">
                  <c:v>-82.314</c:v>
                </c:pt>
                <c:pt idx="24">
                  <c:v>-82.125</c:v>
                </c:pt>
                <c:pt idx="25">
                  <c:v>-81.9322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Bioe-Hydr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111.1396</c:v>
                </c:pt>
                <c:pt idx="1">
                  <c:v>120.226</c:v>
                </c:pt>
                <c:pt idx="2">
                  <c:v>126.7311</c:v>
                </c:pt>
                <c:pt idx="3">
                  <c:v>130.4544</c:v>
                </c:pt>
                <c:pt idx="4">
                  <c:v>138.5175</c:v>
                </c:pt>
                <c:pt idx="5">
                  <c:v>146.6616</c:v>
                </c:pt>
                <c:pt idx="6">
                  <c:v>144.1556</c:v>
                </c:pt>
                <c:pt idx="7">
                  <c:v>156.6019</c:v>
                </c:pt>
                <c:pt idx="8">
                  <c:v>158.2021</c:v>
                </c:pt>
                <c:pt idx="9">
                  <c:v>160.2422</c:v>
                </c:pt>
                <c:pt idx="10">
                  <c:v>153.7862</c:v>
                </c:pt>
                <c:pt idx="11">
                  <c:v>160.329</c:v>
                </c:pt>
                <c:pt idx="12">
                  <c:v>150.0236</c:v>
                </c:pt>
                <c:pt idx="13">
                  <c:v>150.6663</c:v>
                </c:pt>
                <c:pt idx="14">
                  <c:v>52.9197</c:v>
                </c:pt>
                <c:pt idx="15">
                  <c:v>132.9118</c:v>
                </c:pt>
                <c:pt idx="16">
                  <c:v>159.7151</c:v>
                </c:pt>
                <c:pt idx="17">
                  <c:v>163.7333</c:v>
                </c:pt>
                <c:pt idx="18">
                  <c:v>168.3767</c:v>
                </c:pt>
                <c:pt idx="19">
                  <c:v>172.8602</c:v>
                </c:pt>
                <c:pt idx="20">
                  <c:v>162.499</c:v>
                </c:pt>
                <c:pt idx="21">
                  <c:v>169.467</c:v>
                </c:pt>
                <c:pt idx="22">
                  <c:v>177.2054</c:v>
                </c:pt>
                <c:pt idx="23">
                  <c:v>178.6732</c:v>
                </c:pt>
                <c:pt idx="24">
                  <c:v>172.9147</c:v>
                </c:pt>
                <c:pt idx="25">
                  <c:v>-170.8543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Bioe-Hydr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111.1396</c:v>
                </c:pt>
                <c:pt idx="1">
                  <c:v>120.226</c:v>
                </c:pt>
                <c:pt idx="2">
                  <c:v>126.7311</c:v>
                </c:pt>
                <c:pt idx="3">
                  <c:v>130.4544</c:v>
                </c:pt>
                <c:pt idx="4">
                  <c:v>138.5175</c:v>
                </c:pt>
                <c:pt idx="5">
                  <c:v>146.6616</c:v>
                </c:pt>
                <c:pt idx="6">
                  <c:v>144.1556</c:v>
                </c:pt>
                <c:pt idx="7">
                  <c:v>156.6019</c:v>
                </c:pt>
                <c:pt idx="8">
                  <c:v>158.2021</c:v>
                </c:pt>
                <c:pt idx="9">
                  <c:v>160.2422</c:v>
                </c:pt>
                <c:pt idx="10">
                  <c:v>153.7862</c:v>
                </c:pt>
                <c:pt idx="11">
                  <c:v>160.329</c:v>
                </c:pt>
                <c:pt idx="12">
                  <c:v>150.0236</c:v>
                </c:pt>
                <c:pt idx="13">
                  <c:v>150.6663</c:v>
                </c:pt>
                <c:pt idx="14">
                  <c:v>52.9197</c:v>
                </c:pt>
                <c:pt idx="15">
                  <c:v>132.9118</c:v>
                </c:pt>
                <c:pt idx="16">
                  <c:v>159.7151</c:v>
                </c:pt>
                <c:pt idx="17">
                  <c:v>163.7333</c:v>
                </c:pt>
                <c:pt idx="18">
                  <c:v>168.3767</c:v>
                </c:pt>
                <c:pt idx="19">
                  <c:v>172.8602</c:v>
                </c:pt>
                <c:pt idx="20">
                  <c:v>162.499</c:v>
                </c:pt>
                <c:pt idx="21">
                  <c:v>169.467</c:v>
                </c:pt>
                <c:pt idx="22">
                  <c:v>177.2054</c:v>
                </c:pt>
                <c:pt idx="23">
                  <c:v>178.6732</c:v>
                </c:pt>
                <c:pt idx="24">
                  <c:v>172.9147</c:v>
                </c:pt>
                <c:pt idx="25">
                  <c:v>-170.8543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Bioe-Hydr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111.1396</c:v>
                </c:pt>
                <c:pt idx="1">
                  <c:v>120.226</c:v>
                </c:pt>
                <c:pt idx="2">
                  <c:v>126.7311</c:v>
                </c:pt>
                <c:pt idx="3">
                  <c:v>130.4544</c:v>
                </c:pt>
                <c:pt idx="4">
                  <c:v>138.5175</c:v>
                </c:pt>
                <c:pt idx="5">
                  <c:v>146.6616</c:v>
                </c:pt>
                <c:pt idx="6">
                  <c:v>144.1556</c:v>
                </c:pt>
                <c:pt idx="7">
                  <c:v>156.6019</c:v>
                </c:pt>
                <c:pt idx="8">
                  <c:v>158.2021</c:v>
                </c:pt>
                <c:pt idx="9">
                  <c:v>160.2422</c:v>
                </c:pt>
                <c:pt idx="10">
                  <c:v>153.7862</c:v>
                </c:pt>
                <c:pt idx="11">
                  <c:v>160.329</c:v>
                </c:pt>
                <c:pt idx="12">
                  <c:v>150.0236</c:v>
                </c:pt>
                <c:pt idx="13">
                  <c:v>150.6663</c:v>
                </c:pt>
                <c:pt idx="14">
                  <c:v>52.9197</c:v>
                </c:pt>
                <c:pt idx="15">
                  <c:v>132.9118</c:v>
                </c:pt>
                <c:pt idx="16">
                  <c:v>159.7151</c:v>
                </c:pt>
                <c:pt idx="17">
                  <c:v>163.7333</c:v>
                </c:pt>
                <c:pt idx="18">
                  <c:v>168.3767</c:v>
                </c:pt>
                <c:pt idx="19">
                  <c:v>172.8602</c:v>
                </c:pt>
                <c:pt idx="20">
                  <c:v>162.499</c:v>
                </c:pt>
                <c:pt idx="21">
                  <c:v>169.467</c:v>
                </c:pt>
                <c:pt idx="22">
                  <c:v>177.2054</c:v>
                </c:pt>
                <c:pt idx="23">
                  <c:v>178.6732</c:v>
                </c:pt>
                <c:pt idx="24">
                  <c:v>172.9147</c:v>
                </c:pt>
                <c:pt idx="25">
                  <c:v>-170.8543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Bioe-Hydr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111.1396</c:v>
                </c:pt>
                <c:pt idx="1">
                  <c:v>120.226</c:v>
                </c:pt>
                <c:pt idx="2">
                  <c:v>126.7311</c:v>
                </c:pt>
                <c:pt idx="3">
                  <c:v>130.4544</c:v>
                </c:pt>
                <c:pt idx="4">
                  <c:v>138.5175</c:v>
                </c:pt>
                <c:pt idx="5">
                  <c:v>146.6616</c:v>
                </c:pt>
                <c:pt idx="6">
                  <c:v>144.1556</c:v>
                </c:pt>
                <c:pt idx="7">
                  <c:v>156.6019</c:v>
                </c:pt>
                <c:pt idx="8">
                  <c:v>158.2021</c:v>
                </c:pt>
                <c:pt idx="9">
                  <c:v>160.2422</c:v>
                </c:pt>
                <c:pt idx="10">
                  <c:v>153.7862</c:v>
                </c:pt>
                <c:pt idx="11">
                  <c:v>160.329</c:v>
                </c:pt>
                <c:pt idx="12">
                  <c:v>150.0236</c:v>
                </c:pt>
                <c:pt idx="13">
                  <c:v>150.6663</c:v>
                </c:pt>
                <c:pt idx="14">
                  <c:v>52.9197</c:v>
                </c:pt>
                <c:pt idx="15">
                  <c:v>132.9118</c:v>
                </c:pt>
                <c:pt idx="16">
                  <c:v>159.7151</c:v>
                </c:pt>
                <c:pt idx="17">
                  <c:v>163.7333</c:v>
                </c:pt>
                <c:pt idx="18">
                  <c:v>168.3767</c:v>
                </c:pt>
                <c:pt idx="19">
                  <c:v>172.8602</c:v>
                </c:pt>
                <c:pt idx="20">
                  <c:v>162.499</c:v>
                </c:pt>
                <c:pt idx="21">
                  <c:v>169.467</c:v>
                </c:pt>
                <c:pt idx="22">
                  <c:v>177.2054</c:v>
                </c:pt>
                <c:pt idx="23">
                  <c:v>178.6732</c:v>
                </c:pt>
                <c:pt idx="24">
                  <c:v>172.9147</c:v>
                </c:pt>
                <c:pt idx="25">
                  <c:v>-170.8543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Bioe-Hydr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111.1396</c:v>
                </c:pt>
                <c:pt idx="1">
                  <c:v>120.226</c:v>
                </c:pt>
                <c:pt idx="2">
                  <c:v>126.7311</c:v>
                </c:pt>
                <c:pt idx="3">
                  <c:v>130.4544</c:v>
                </c:pt>
                <c:pt idx="4">
                  <c:v>138.5175</c:v>
                </c:pt>
                <c:pt idx="5">
                  <c:v>146.6616</c:v>
                </c:pt>
                <c:pt idx="6">
                  <c:v>144.1556</c:v>
                </c:pt>
                <c:pt idx="7">
                  <c:v>156.6019</c:v>
                </c:pt>
                <c:pt idx="8">
                  <c:v>158.2021</c:v>
                </c:pt>
                <c:pt idx="9">
                  <c:v>160.2422</c:v>
                </c:pt>
                <c:pt idx="10">
                  <c:v>153.7862</c:v>
                </c:pt>
                <c:pt idx="11">
                  <c:v>160.329</c:v>
                </c:pt>
                <c:pt idx="12">
                  <c:v>150.0236</c:v>
                </c:pt>
                <c:pt idx="13">
                  <c:v>150.6663</c:v>
                </c:pt>
                <c:pt idx="14">
                  <c:v>52.9197</c:v>
                </c:pt>
                <c:pt idx="15">
                  <c:v>132.9118</c:v>
                </c:pt>
                <c:pt idx="16">
                  <c:v>159.7151</c:v>
                </c:pt>
                <c:pt idx="17">
                  <c:v>163.7333</c:v>
                </c:pt>
                <c:pt idx="18">
                  <c:v>168.3767</c:v>
                </c:pt>
                <c:pt idx="19">
                  <c:v>172.8602</c:v>
                </c:pt>
                <c:pt idx="20">
                  <c:v>162.499</c:v>
                </c:pt>
                <c:pt idx="21">
                  <c:v>169.467</c:v>
                </c:pt>
                <c:pt idx="22">
                  <c:v>177.2054</c:v>
                </c:pt>
                <c:pt idx="23">
                  <c:v>178.6732</c:v>
                </c:pt>
                <c:pt idx="24">
                  <c:v>172.9147</c:v>
                </c:pt>
                <c:pt idx="25">
                  <c:v>-170.8543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Bioe-Hydr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111.1396</c:v>
                </c:pt>
                <c:pt idx="1">
                  <c:v>120.226</c:v>
                </c:pt>
                <c:pt idx="2">
                  <c:v>126.7311</c:v>
                </c:pt>
                <c:pt idx="3">
                  <c:v>130.4544</c:v>
                </c:pt>
                <c:pt idx="4">
                  <c:v>138.5175</c:v>
                </c:pt>
                <c:pt idx="5">
                  <c:v>146.6616</c:v>
                </c:pt>
                <c:pt idx="6">
                  <c:v>144.1556</c:v>
                </c:pt>
                <c:pt idx="7">
                  <c:v>156.6019</c:v>
                </c:pt>
                <c:pt idx="8">
                  <c:v>158.2021</c:v>
                </c:pt>
                <c:pt idx="9">
                  <c:v>160.2422</c:v>
                </c:pt>
                <c:pt idx="10">
                  <c:v>153.7862</c:v>
                </c:pt>
                <c:pt idx="11">
                  <c:v>160.329</c:v>
                </c:pt>
                <c:pt idx="12">
                  <c:v>150.0236</c:v>
                </c:pt>
                <c:pt idx="13">
                  <c:v>150.6663</c:v>
                </c:pt>
                <c:pt idx="14">
                  <c:v>52.9197</c:v>
                </c:pt>
                <c:pt idx="15">
                  <c:v>132.9118</c:v>
                </c:pt>
                <c:pt idx="16">
                  <c:v>159.7151</c:v>
                </c:pt>
                <c:pt idx="17">
                  <c:v>163.7333</c:v>
                </c:pt>
                <c:pt idx="18">
                  <c:v>168.3767</c:v>
                </c:pt>
                <c:pt idx="19">
                  <c:v>172.8602</c:v>
                </c:pt>
                <c:pt idx="20">
                  <c:v>162.499</c:v>
                </c:pt>
                <c:pt idx="21">
                  <c:v>169.467</c:v>
                </c:pt>
                <c:pt idx="22">
                  <c:v>177.2054</c:v>
                </c:pt>
                <c:pt idx="23">
                  <c:v>178.6732</c:v>
                </c:pt>
                <c:pt idx="24">
                  <c:v>172.9147</c:v>
                </c:pt>
                <c:pt idx="25">
                  <c:v>-170.8543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Bioe-Hydr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111.1396</c:v>
                </c:pt>
                <c:pt idx="1">
                  <c:v>120.226</c:v>
                </c:pt>
                <c:pt idx="2">
                  <c:v>126.7311</c:v>
                </c:pt>
                <c:pt idx="3">
                  <c:v>130.4544</c:v>
                </c:pt>
                <c:pt idx="4">
                  <c:v>138.5175</c:v>
                </c:pt>
                <c:pt idx="5">
                  <c:v>146.6616</c:v>
                </c:pt>
                <c:pt idx="6">
                  <c:v>144.1556</c:v>
                </c:pt>
                <c:pt idx="7">
                  <c:v>156.6019</c:v>
                </c:pt>
                <c:pt idx="8">
                  <c:v>158.2021</c:v>
                </c:pt>
                <c:pt idx="9">
                  <c:v>160.2422</c:v>
                </c:pt>
                <c:pt idx="10">
                  <c:v>153.7862</c:v>
                </c:pt>
                <c:pt idx="11">
                  <c:v>160.329</c:v>
                </c:pt>
                <c:pt idx="12">
                  <c:v>150.0236</c:v>
                </c:pt>
                <c:pt idx="13">
                  <c:v>150.6663</c:v>
                </c:pt>
                <c:pt idx="14">
                  <c:v>52.9197</c:v>
                </c:pt>
                <c:pt idx="15">
                  <c:v>132.9118</c:v>
                </c:pt>
                <c:pt idx="16">
                  <c:v>159.7151</c:v>
                </c:pt>
                <c:pt idx="17">
                  <c:v>163.7333</c:v>
                </c:pt>
                <c:pt idx="18">
                  <c:v>168.3767</c:v>
                </c:pt>
                <c:pt idx="19">
                  <c:v>172.8602</c:v>
                </c:pt>
                <c:pt idx="20">
                  <c:v>162.499</c:v>
                </c:pt>
                <c:pt idx="21">
                  <c:v>169.467</c:v>
                </c:pt>
                <c:pt idx="22">
                  <c:v>177.2054</c:v>
                </c:pt>
                <c:pt idx="23">
                  <c:v>178.6732</c:v>
                </c:pt>
                <c:pt idx="24">
                  <c:v>172.9147</c:v>
                </c:pt>
                <c:pt idx="25">
                  <c:v>-170.8543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Bioe-Hydr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111.1396</c:v>
                </c:pt>
                <c:pt idx="1">
                  <c:v>120.226</c:v>
                </c:pt>
                <c:pt idx="2">
                  <c:v>126.7311</c:v>
                </c:pt>
                <c:pt idx="3">
                  <c:v>130.4544</c:v>
                </c:pt>
                <c:pt idx="4">
                  <c:v>138.5175</c:v>
                </c:pt>
                <c:pt idx="5">
                  <c:v>146.6616</c:v>
                </c:pt>
                <c:pt idx="6">
                  <c:v>144.1556</c:v>
                </c:pt>
                <c:pt idx="7">
                  <c:v>156.6019</c:v>
                </c:pt>
                <c:pt idx="8">
                  <c:v>158.2021</c:v>
                </c:pt>
                <c:pt idx="9">
                  <c:v>160.2422</c:v>
                </c:pt>
                <c:pt idx="10">
                  <c:v>153.7862</c:v>
                </c:pt>
                <c:pt idx="11">
                  <c:v>160.329</c:v>
                </c:pt>
                <c:pt idx="12">
                  <c:v>150.0236</c:v>
                </c:pt>
                <c:pt idx="13">
                  <c:v>150.6663</c:v>
                </c:pt>
                <c:pt idx="14">
                  <c:v>52.9197</c:v>
                </c:pt>
                <c:pt idx="15">
                  <c:v>132.9118</c:v>
                </c:pt>
                <c:pt idx="16">
                  <c:v>159.7151</c:v>
                </c:pt>
                <c:pt idx="17">
                  <c:v>163.7333</c:v>
                </c:pt>
                <c:pt idx="18">
                  <c:v>168.3767</c:v>
                </c:pt>
                <c:pt idx="19">
                  <c:v>172.8602</c:v>
                </c:pt>
                <c:pt idx="20">
                  <c:v>162.499</c:v>
                </c:pt>
                <c:pt idx="21">
                  <c:v>169.467</c:v>
                </c:pt>
                <c:pt idx="22">
                  <c:v>177.2054</c:v>
                </c:pt>
                <c:pt idx="23">
                  <c:v>178.6732</c:v>
                </c:pt>
                <c:pt idx="24">
                  <c:v>172.9147</c:v>
                </c:pt>
                <c:pt idx="25">
                  <c:v>-170.8543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Bioe-Hydr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111.1396</c:v>
                </c:pt>
                <c:pt idx="1">
                  <c:v>120.226</c:v>
                </c:pt>
                <c:pt idx="2">
                  <c:v>126.7311</c:v>
                </c:pt>
                <c:pt idx="3">
                  <c:v>130.4544</c:v>
                </c:pt>
                <c:pt idx="4">
                  <c:v>138.5175</c:v>
                </c:pt>
                <c:pt idx="5">
                  <c:v>146.6616</c:v>
                </c:pt>
                <c:pt idx="6">
                  <c:v>144.1556</c:v>
                </c:pt>
                <c:pt idx="7">
                  <c:v>156.6019</c:v>
                </c:pt>
                <c:pt idx="8">
                  <c:v>158.2021</c:v>
                </c:pt>
                <c:pt idx="9">
                  <c:v>160.2422</c:v>
                </c:pt>
                <c:pt idx="10">
                  <c:v>153.7862</c:v>
                </c:pt>
                <c:pt idx="11">
                  <c:v>160.329</c:v>
                </c:pt>
                <c:pt idx="12">
                  <c:v>150.0236</c:v>
                </c:pt>
                <c:pt idx="13">
                  <c:v>150.6663</c:v>
                </c:pt>
                <c:pt idx="14">
                  <c:v>52.9197</c:v>
                </c:pt>
                <c:pt idx="15">
                  <c:v>132.9118</c:v>
                </c:pt>
                <c:pt idx="16">
                  <c:v>159.7151</c:v>
                </c:pt>
                <c:pt idx="17">
                  <c:v>163.7333</c:v>
                </c:pt>
                <c:pt idx="18">
                  <c:v>168.3767</c:v>
                </c:pt>
                <c:pt idx="19">
                  <c:v>172.8602</c:v>
                </c:pt>
                <c:pt idx="20">
                  <c:v>162.499</c:v>
                </c:pt>
                <c:pt idx="21">
                  <c:v>169.467</c:v>
                </c:pt>
                <c:pt idx="22">
                  <c:v>177.2054</c:v>
                </c:pt>
                <c:pt idx="23">
                  <c:v>178.6732</c:v>
                </c:pt>
                <c:pt idx="24">
                  <c:v>172.9147</c:v>
                </c:pt>
                <c:pt idx="25">
                  <c:v>-170.8543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Bioe-Hydr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111.1396</c:v>
                </c:pt>
                <c:pt idx="1">
                  <c:v>120.226</c:v>
                </c:pt>
                <c:pt idx="2">
                  <c:v>126.7311</c:v>
                </c:pt>
                <c:pt idx="3">
                  <c:v>130.4544</c:v>
                </c:pt>
                <c:pt idx="4">
                  <c:v>138.5175</c:v>
                </c:pt>
                <c:pt idx="5">
                  <c:v>146.6616</c:v>
                </c:pt>
                <c:pt idx="6">
                  <c:v>144.1556</c:v>
                </c:pt>
                <c:pt idx="7">
                  <c:v>156.6019</c:v>
                </c:pt>
                <c:pt idx="8">
                  <c:v>158.2021</c:v>
                </c:pt>
                <c:pt idx="9">
                  <c:v>160.2422</c:v>
                </c:pt>
                <c:pt idx="10">
                  <c:v>153.7862</c:v>
                </c:pt>
                <c:pt idx="11">
                  <c:v>160.329</c:v>
                </c:pt>
                <c:pt idx="12">
                  <c:v>150.0236</c:v>
                </c:pt>
                <c:pt idx="13">
                  <c:v>150.6663</c:v>
                </c:pt>
                <c:pt idx="14">
                  <c:v>52.9197</c:v>
                </c:pt>
                <c:pt idx="15">
                  <c:v>132.9118</c:v>
                </c:pt>
                <c:pt idx="16">
                  <c:v>159.7151</c:v>
                </c:pt>
                <c:pt idx="17">
                  <c:v>163.7333</c:v>
                </c:pt>
                <c:pt idx="18">
                  <c:v>168.3767</c:v>
                </c:pt>
                <c:pt idx="19">
                  <c:v>172.8602</c:v>
                </c:pt>
                <c:pt idx="20">
                  <c:v>162.499</c:v>
                </c:pt>
                <c:pt idx="21">
                  <c:v>169.467</c:v>
                </c:pt>
                <c:pt idx="22">
                  <c:v>177.2054</c:v>
                </c:pt>
                <c:pt idx="23">
                  <c:v>178.6732</c:v>
                </c:pt>
                <c:pt idx="24">
                  <c:v>172.9147</c:v>
                </c:pt>
                <c:pt idx="25">
                  <c:v>-170.8543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Nucl-Wind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-65.1444</c:v>
                </c:pt>
                <c:pt idx="1">
                  <c:v>-63.2721</c:v>
                </c:pt>
                <c:pt idx="2">
                  <c:v>-62.811</c:v>
                </c:pt>
                <c:pt idx="3">
                  <c:v>-64.8252</c:v>
                </c:pt>
                <c:pt idx="4">
                  <c:v>-60.7386</c:v>
                </c:pt>
                <c:pt idx="5">
                  <c:v>-60.1574</c:v>
                </c:pt>
                <c:pt idx="6">
                  <c:v>-59.7919</c:v>
                </c:pt>
                <c:pt idx="7">
                  <c:v>-60.144</c:v>
                </c:pt>
                <c:pt idx="8">
                  <c:v>-61.4241</c:v>
                </c:pt>
                <c:pt idx="9">
                  <c:v>-57.9183</c:v>
                </c:pt>
                <c:pt idx="10">
                  <c:v>-58.0113</c:v>
                </c:pt>
                <c:pt idx="11">
                  <c:v>-67.8882</c:v>
                </c:pt>
                <c:pt idx="12">
                  <c:v>-113.1605</c:v>
                </c:pt>
                <c:pt idx="13">
                  <c:v>-118.5655</c:v>
                </c:pt>
                <c:pt idx="14">
                  <c:v>176.1349</c:v>
                </c:pt>
                <c:pt idx="15">
                  <c:v>-136.7928</c:v>
                </c:pt>
                <c:pt idx="16">
                  <c:v>-116.3572</c:v>
                </c:pt>
                <c:pt idx="17">
                  <c:v>-107.8297</c:v>
                </c:pt>
                <c:pt idx="18">
                  <c:v>-97.8844</c:v>
                </c:pt>
                <c:pt idx="19">
                  <c:v>-90.2396</c:v>
                </c:pt>
                <c:pt idx="20">
                  <c:v>-100.5306</c:v>
                </c:pt>
                <c:pt idx="21">
                  <c:v>-93.8223</c:v>
                </c:pt>
                <c:pt idx="22">
                  <c:v>-99.3798</c:v>
                </c:pt>
                <c:pt idx="23">
                  <c:v>-88.5236</c:v>
                </c:pt>
                <c:pt idx="24">
                  <c:v>-86.0704</c:v>
                </c:pt>
                <c:pt idx="25">
                  <c:v>-84.1654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Nucl-Sola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-59.7047</c:v>
                </c:pt>
                <c:pt idx="1">
                  <c:v>-59.4853</c:v>
                </c:pt>
                <c:pt idx="2">
                  <c:v>-59.7651</c:v>
                </c:pt>
                <c:pt idx="3">
                  <c:v>-64.0236</c:v>
                </c:pt>
                <c:pt idx="4">
                  <c:v>-61.6189</c:v>
                </c:pt>
                <c:pt idx="5">
                  <c:v>-61.3389</c:v>
                </c:pt>
                <c:pt idx="6">
                  <c:v>-60.2848</c:v>
                </c:pt>
                <c:pt idx="7">
                  <c:v>-61.5213</c:v>
                </c:pt>
                <c:pt idx="8">
                  <c:v>-62.4481</c:v>
                </c:pt>
                <c:pt idx="9">
                  <c:v>-59.0078</c:v>
                </c:pt>
                <c:pt idx="10">
                  <c:v>-57.8882</c:v>
                </c:pt>
                <c:pt idx="11">
                  <c:v>-66.2267</c:v>
                </c:pt>
                <c:pt idx="12">
                  <c:v>-117.8388</c:v>
                </c:pt>
                <c:pt idx="13">
                  <c:v>-132.3147</c:v>
                </c:pt>
                <c:pt idx="14">
                  <c:v>173.5379</c:v>
                </c:pt>
                <c:pt idx="15">
                  <c:v>-171.8807</c:v>
                </c:pt>
                <c:pt idx="16">
                  <c:v>-166.6362</c:v>
                </c:pt>
                <c:pt idx="17">
                  <c:v>-171.3615</c:v>
                </c:pt>
                <c:pt idx="18">
                  <c:v>-164.5151</c:v>
                </c:pt>
                <c:pt idx="19">
                  <c:v>117.1904</c:v>
                </c:pt>
                <c:pt idx="20">
                  <c:v>152.2676</c:v>
                </c:pt>
                <c:pt idx="21">
                  <c:v>125.6742</c:v>
                </c:pt>
                <c:pt idx="22">
                  <c:v>145.974</c:v>
                </c:pt>
                <c:pt idx="23">
                  <c:v>79.1882</c:v>
                </c:pt>
                <c:pt idx="24">
                  <c:v>63.5894</c:v>
                </c:pt>
                <c:pt idx="25">
                  <c:v>54.2123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Nucl-Sola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-59.7047</c:v>
                </c:pt>
                <c:pt idx="1">
                  <c:v>-59.4853</c:v>
                </c:pt>
                <c:pt idx="2">
                  <c:v>-59.7651</c:v>
                </c:pt>
                <c:pt idx="3">
                  <c:v>-64.0236</c:v>
                </c:pt>
                <c:pt idx="4">
                  <c:v>-61.6189</c:v>
                </c:pt>
                <c:pt idx="5">
                  <c:v>-61.3389</c:v>
                </c:pt>
                <c:pt idx="6">
                  <c:v>-60.2848</c:v>
                </c:pt>
                <c:pt idx="7">
                  <c:v>-61.5213</c:v>
                </c:pt>
                <c:pt idx="8">
                  <c:v>-62.4481</c:v>
                </c:pt>
                <c:pt idx="9">
                  <c:v>-59.0078</c:v>
                </c:pt>
                <c:pt idx="10">
                  <c:v>-57.8882</c:v>
                </c:pt>
                <c:pt idx="11">
                  <c:v>-66.2267</c:v>
                </c:pt>
                <c:pt idx="12">
                  <c:v>-117.8388</c:v>
                </c:pt>
                <c:pt idx="13">
                  <c:v>-132.3147</c:v>
                </c:pt>
                <c:pt idx="14">
                  <c:v>173.5379</c:v>
                </c:pt>
                <c:pt idx="15">
                  <c:v>-171.8807</c:v>
                </c:pt>
                <c:pt idx="16">
                  <c:v>-166.6362</c:v>
                </c:pt>
                <c:pt idx="17">
                  <c:v>-171.3615</c:v>
                </c:pt>
                <c:pt idx="18">
                  <c:v>-164.5151</c:v>
                </c:pt>
                <c:pt idx="19">
                  <c:v>117.1904</c:v>
                </c:pt>
                <c:pt idx="20">
                  <c:v>152.2676</c:v>
                </c:pt>
                <c:pt idx="21">
                  <c:v>125.6742</c:v>
                </c:pt>
                <c:pt idx="22">
                  <c:v>145.974</c:v>
                </c:pt>
                <c:pt idx="23">
                  <c:v>79.1882</c:v>
                </c:pt>
                <c:pt idx="24">
                  <c:v>63.5894</c:v>
                </c:pt>
                <c:pt idx="25">
                  <c:v>54.2123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Bioe-OFos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103.2199</c:v>
                </c:pt>
                <c:pt idx="1">
                  <c:v>109.8066</c:v>
                </c:pt>
                <c:pt idx="2">
                  <c:v>111.9137</c:v>
                </c:pt>
                <c:pt idx="3">
                  <c:v>115.5562</c:v>
                </c:pt>
                <c:pt idx="4">
                  <c:v>122.0407</c:v>
                </c:pt>
                <c:pt idx="5">
                  <c:v>119.2105</c:v>
                </c:pt>
                <c:pt idx="6">
                  <c:v>125.6712</c:v>
                </c:pt>
                <c:pt idx="7">
                  <c:v>123.5163</c:v>
                </c:pt>
                <c:pt idx="8">
                  <c:v>127.2476</c:v>
                </c:pt>
                <c:pt idx="9">
                  <c:v>141.4023</c:v>
                </c:pt>
                <c:pt idx="10">
                  <c:v>147.0188</c:v>
                </c:pt>
                <c:pt idx="11">
                  <c:v>134.0136</c:v>
                </c:pt>
                <c:pt idx="12">
                  <c:v>118.6657</c:v>
                </c:pt>
                <c:pt idx="13">
                  <c:v>123.6372</c:v>
                </c:pt>
                <c:pt idx="14">
                  <c:v>55.0034</c:v>
                </c:pt>
                <c:pt idx="15">
                  <c:v>124.6552</c:v>
                </c:pt>
                <c:pt idx="16">
                  <c:v>149.1053</c:v>
                </c:pt>
                <c:pt idx="17">
                  <c:v>-176.333</c:v>
                </c:pt>
                <c:pt idx="18">
                  <c:v>-165.6218</c:v>
                </c:pt>
                <c:pt idx="19">
                  <c:v>-147.1403</c:v>
                </c:pt>
                <c:pt idx="20">
                  <c:v>-128.5925</c:v>
                </c:pt>
                <c:pt idx="21">
                  <c:v>-130.9408</c:v>
                </c:pt>
                <c:pt idx="22">
                  <c:v>-144.7419</c:v>
                </c:pt>
                <c:pt idx="23">
                  <c:v>-124.4437</c:v>
                </c:pt>
                <c:pt idx="24">
                  <c:v>-114.439</c:v>
                </c:pt>
                <c:pt idx="25">
                  <c:v>-107.4529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Bioe-Sola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-96.1043</c:v>
                </c:pt>
                <c:pt idx="1">
                  <c:v>-98.3772</c:v>
                </c:pt>
                <c:pt idx="2">
                  <c:v>-99.7794</c:v>
                </c:pt>
                <c:pt idx="3">
                  <c:v>-101.5788</c:v>
                </c:pt>
                <c:pt idx="4">
                  <c:v>-103.7802</c:v>
                </c:pt>
                <c:pt idx="5">
                  <c:v>-102.8962</c:v>
                </c:pt>
                <c:pt idx="6">
                  <c:v>-104.4227</c:v>
                </c:pt>
                <c:pt idx="7">
                  <c:v>-105.2124</c:v>
                </c:pt>
                <c:pt idx="8">
                  <c:v>-106.6774</c:v>
                </c:pt>
                <c:pt idx="9">
                  <c:v>-108.0195</c:v>
                </c:pt>
                <c:pt idx="10">
                  <c:v>-109.5593</c:v>
                </c:pt>
                <c:pt idx="11">
                  <c:v>-113.0465</c:v>
                </c:pt>
                <c:pt idx="12">
                  <c:v>-112.7134</c:v>
                </c:pt>
                <c:pt idx="13">
                  <c:v>-119.8433</c:v>
                </c:pt>
                <c:pt idx="14">
                  <c:v>44.9747</c:v>
                </c:pt>
                <c:pt idx="15">
                  <c:v>-147.4894</c:v>
                </c:pt>
                <c:pt idx="16">
                  <c:v>-162.4644</c:v>
                </c:pt>
                <c:pt idx="17">
                  <c:v>-173.1975</c:v>
                </c:pt>
                <c:pt idx="18">
                  <c:v>-174.922</c:v>
                </c:pt>
                <c:pt idx="19">
                  <c:v>178.837</c:v>
                </c:pt>
                <c:pt idx="20">
                  <c:v>164.7872</c:v>
                </c:pt>
                <c:pt idx="21">
                  <c:v>165.1302</c:v>
                </c:pt>
                <c:pt idx="22">
                  <c:v>160.7225</c:v>
                </c:pt>
                <c:pt idx="23">
                  <c:v>154.283</c:v>
                </c:pt>
                <c:pt idx="24">
                  <c:v>152.5547</c:v>
                </c:pt>
                <c:pt idx="25">
                  <c:v>144.1063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Bioe-Nucl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100.3731</c:v>
                </c:pt>
                <c:pt idx="1">
                  <c:v>104.0282</c:v>
                </c:pt>
                <c:pt idx="2">
                  <c:v>106.4745</c:v>
                </c:pt>
                <c:pt idx="3">
                  <c:v>112.8075</c:v>
                </c:pt>
                <c:pt idx="4">
                  <c:v>114.4157</c:v>
                </c:pt>
                <c:pt idx="5">
                  <c:v>112.7279</c:v>
                </c:pt>
                <c:pt idx="6">
                  <c:v>114.2565</c:v>
                </c:pt>
                <c:pt idx="7">
                  <c:v>116.6233</c:v>
                </c:pt>
                <c:pt idx="8">
                  <c:v>119.8655</c:v>
                </c:pt>
                <c:pt idx="9">
                  <c:v>118.4378</c:v>
                </c:pt>
                <c:pt idx="10">
                  <c:v>119.5147</c:v>
                </c:pt>
                <c:pt idx="11">
                  <c:v>134.0035</c:v>
                </c:pt>
                <c:pt idx="12">
                  <c:v>-128.4008</c:v>
                </c:pt>
                <c:pt idx="13">
                  <c:v>-122.218</c:v>
                </c:pt>
                <c:pt idx="14">
                  <c:v>-83.5322</c:v>
                </c:pt>
                <c:pt idx="15">
                  <c:v>-102.6175</c:v>
                </c:pt>
                <c:pt idx="16">
                  <c:v>-126.9371</c:v>
                </c:pt>
                <c:pt idx="17">
                  <c:v>-141.8617</c:v>
                </c:pt>
                <c:pt idx="18">
                  <c:v>-162.2163</c:v>
                </c:pt>
                <c:pt idx="19">
                  <c:v>-179.4025</c:v>
                </c:pt>
                <c:pt idx="20">
                  <c:v>-152.6498</c:v>
                </c:pt>
                <c:pt idx="21">
                  <c:v>-169.2083</c:v>
                </c:pt>
                <c:pt idx="22">
                  <c:v>-152.6148</c:v>
                </c:pt>
                <c:pt idx="23">
                  <c:v>174.7448</c:v>
                </c:pt>
                <c:pt idx="24">
                  <c:v>165.5369</c:v>
                </c:pt>
                <c:pt idx="25">
                  <c:v>152.448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OFos-Sola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-65.5226</c:v>
                </c:pt>
                <c:pt idx="1">
                  <c:v>-67.7612</c:v>
                </c:pt>
                <c:pt idx="2">
                  <c:v>-66.8068</c:v>
                </c:pt>
                <c:pt idx="3">
                  <c:v>-66.8065</c:v>
                </c:pt>
                <c:pt idx="4">
                  <c:v>-68.6011</c:v>
                </c:pt>
                <c:pt idx="5">
                  <c:v>-67.7308</c:v>
                </c:pt>
                <c:pt idx="6">
                  <c:v>-70.2883</c:v>
                </c:pt>
                <c:pt idx="7">
                  <c:v>-67.6778</c:v>
                </c:pt>
                <c:pt idx="8">
                  <c:v>-68.4952</c:v>
                </c:pt>
                <c:pt idx="9">
                  <c:v>-75.4441</c:v>
                </c:pt>
                <c:pt idx="10">
                  <c:v>-77.0169</c:v>
                </c:pt>
                <c:pt idx="11">
                  <c:v>-66.2342</c:v>
                </c:pt>
                <c:pt idx="12">
                  <c:v>-52.5606</c:v>
                </c:pt>
                <c:pt idx="13">
                  <c:v>-49.2292</c:v>
                </c:pt>
                <c:pt idx="14">
                  <c:v>34.9728</c:v>
                </c:pt>
                <c:pt idx="15">
                  <c:v>-23.777</c:v>
                </c:pt>
                <c:pt idx="16">
                  <c:v>-27.8377</c:v>
                </c:pt>
                <c:pt idx="17">
                  <c:v>-118.2478</c:v>
                </c:pt>
                <c:pt idx="18">
                  <c:v>-160.8818</c:v>
                </c:pt>
                <c:pt idx="19">
                  <c:v>178.1998</c:v>
                </c:pt>
                <c:pt idx="20">
                  <c:v>167.7553</c:v>
                </c:pt>
                <c:pt idx="21">
                  <c:v>167.0294</c:v>
                </c:pt>
                <c:pt idx="22">
                  <c:v>153.6765</c:v>
                </c:pt>
                <c:pt idx="23">
                  <c:v>161.7205</c:v>
                </c:pt>
                <c:pt idx="24">
                  <c:v>166.7203</c:v>
                </c:pt>
                <c:pt idx="25">
                  <c:v>167.1817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Bioe-Hydr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111.1396</c:v>
                </c:pt>
                <c:pt idx="1">
                  <c:v>120.226</c:v>
                </c:pt>
                <c:pt idx="2">
                  <c:v>126.7311</c:v>
                </c:pt>
                <c:pt idx="3">
                  <c:v>130.4544</c:v>
                </c:pt>
                <c:pt idx="4">
                  <c:v>138.5175</c:v>
                </c:pt>
                <c:pt idx="5">
                  <c:v>146.6616</c:v>
                </c:pt>
                <c:pt idx="6">
                  <c:v>144.1556</c:v>
                </c:pt>
                <c:pt idx="7">
                  <c:v>156.6019</c:v>
                </c:pt>
                <c:pt idx="8">
                  <c:v>158.2021</c:v>
                </c:pt>
                <c:pt idx="9">
                  <c:v>160.2422</c:v>
                </c:pt>
                <c:pt idx="10">
                  <c:v>153.7862</c:v>
                </c:pt>
                <c:pt idx="11">
                  <c:v>160.329</c:v>
                </c:pt>
                <c:pt idx="12">
                  <c:v>150.0236</c:v>
                </c:pt>
                <c:pt idx="13">
                  <c:v>150.6663</c:v>
                </c:pt>
                <c:pt idx="14">
                  <c:v>52.9197</c:v>
                </c:pt>
                <c:pt idx="15">
                  <c:v>132.9118</c:v>
                </c:pt>
                <c:pt idx="16">
                  <c:v>159.7151</c:v>
                </c:pt>
                <c:pt idx="17">
                  <c:v>163.7333</c:v>
                </c:pt>
                <c:pt idx="18">
                  <c:v>168.3767</c:v>
                </c:pt>
                <c:pt idx="19">
                  <c:v>172.8602</c:v>
                </c:pt>
                <c:pt idx="20">
                  <c:v>162.499</c:v>
                </c:pt>
                <c:pt idx="21">
                  <c:v>169.467</c:v>
                </c:pt>
                <c:pt idx="22">
                  <c:v>177.2054</c:v>
                </c:pt>
                <c:pt idx="23">
                  <c:v>178.6732</c:v>
                </c:pt>
                <c:pt idx="24">
                  <c:v>172.9147</c:v>
                </c:pt>
                <c:pt idx="25">
                  <c:v>-170.8543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Bioe-Hydr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111.1396</c:v>
                </c:pt>
                <c:pt idx="1">
                  <c:v>120.226</c:v>
                </c:pt>
                <c:pt idx="2">
                  <c:v>126.7311</c:v>
                </c:pt>
                <c:pt idx="3">
                  <c:v>130.4544</c:v>
                </c:pt>
                <c:pt idx="4">
                  <c:v>138.5175</c:v>
                </c:pt>
                <c:pt idx="5">
                  <c:v>146.6616</c:v>
                </c:pt>
                <c:pt idx="6">
                  <c:v>144.1556</c:v>
                </c:pt>
                <c:pt idx="7">
                  <c:v>156.6019</c:v>
                </c:pt>
                <c:pt idx="8">
                  <c:v>158.2021</c:v>
                </c:pt>
                <c:pt idx="9">
                  <c:v>160.2422</c:v>
                </c:pt>
                <c:pt idx="10">
                  <c:v>153.7862</c:v>
                </c:pt>
                <c:pt idx="11">
                  <c:v>160.329</c:v>
                </c:pt>
                <c:pt idx="12">
                  <c:v>150.0236</c:v>
                </c:pt>
                <c:pt idx="13">
                  <c:v>150.6663</c:v>
                </c:pt>
                <c:pt idx="14">
                  <c:v>52.9197</c:v>
                </c:pt>
                <c:pt idx="15">
                  <c:v>132.9118</c:v>
                </c:pt>
                <c:pt idx="16">
                  <c:v>159.7151</c:v>
                </c:pt>
                <c:pt idx="17">
                  <c:v>163.7333</c:v>
                </c:pt>
                <c:pt idx="18">
                  <c:v>168.3767</c:v>
                </c:pt>
                <c:pt idx="19">
                  <c:v>172.8602</c:v>
                </c:pt>
                <c:pt idx="20">
                  <c:v>162.499</c:v>
                </c:pt>
                <c:pt idx="21">
                  <c:v>169.467</c:v>
                </c:pt>
                <c:pt idx="22">
                  <c:v>177.2054</c:v>
                </c:pt>
                <c:pt idx="23">
                  <c:v>178.6732</c:v>
                </c:pt>
                <c:pt idx="24">
                  <c:v>172.9147</c:v>
                </c:pt>
                <c:pt idx="25">
                  <c:v>-170.8543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Bioe-Hydr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111.1396</c:v>
                </c:pt>
                <c:pt idx="1">
                  <c:v>120.226</c:v>
                </c:pt>
                <c:pt idx="2">
                  <c:v>126.7311</c:v>
                </c:pt>
                <c:pt idx="3">
                  <c:v>130.4544</c:v>
                </c:pt>
                <c:pt idx="4">
                  <c:v>138.5175</c:v>
                </c:pt>
                <c:pt idx="5">
                  <c:v>146.6616</c:v>
                </c:pt>
                <c:pt idx="6">
                  <c:v>144.1556</c:v>
                </c:pt>
                <c:pt idx="7">
                  <c:v>156.6019</c:v>
                </c:pt>
                <c:pt idx="8">
                  <c:v>158.2021</c:v>
                </c:pt>
                <c:pt idx="9">
                  <c:v>160.2422</c:v>
                </c:pt>
                <c:pt idx="10">
                  <c:v>153.7862</c:v>
                </c:pt>
                <c:pt idx="11">
                  <c:v>160.329</c:v>
                </c:pt>
                <c:pt idx="12">
                  <c:v>150.0236</c:v>
                </c:pt>
                <c:pt idx="13">
                  <c:v>150.6663</c:v>
                </c:pt>
                <c:pt idx="14">
                  <c:v>52.9197</c:v>
                </c:pt>
                <c:pt idx="15">
                  <c:v>132.9118</c:v>
                </c:pt>
                <c:pt idx="16">
                  <c:v>159.7151</c:v>
                </c:pt>
                <c:pt idx="17">
                  <c:v>163.7333</c:v>
                </c:pt>
                <c:pt idx="18">
                  <c:v>168.3767</c:v>
                </c:pt>
                <c:pt idx="19">
                  <c:v>172.8602</c:v>
                </c:pt>
                <c:pt idx="20">
                  <c:v>162.499</c:v>
                </c:pt>
                <c:pt idx="21">
                  <c:v>169.467</c:v>
                </c:pt>
                <c:pt idx="22">
                  <c:v>177.2054</c:v>
                </c:pt>
                <c:pt idx="23">
                  <c:v>178.6732</c:v>
                </c:pt>
                <c:pt idx="24">
                  <c:v>172.9147</c:v>
                </c:pt>
                <c:pt idx="25">
                  <c:v>-170.8543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Bioe-Hydr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111.1396</c:v>
                </c:pt>
                <c:pt idx="1">
                  <c:v>120.226</c:v>
                </c:pt>
                <c:pt idx="2">
                  <c:v>126.7311</c:v>
                </c:pt>
                <c:pt idx="3">
                  <c:v>130.4544</c:v>
                </c:pt>
                <c:pt idx="4">
                  <c:v>138.5175</c:v>
                </c:pt>
                <c:pt idx="5">
                  <c:v>146.6616</c:v>
                </c:pt>
                <c:pt idx="6">
                  <c:v>144.1556</c:v>
                </c:pt>
                <c:pt idx="7">
                  <c:v>156.6019</c:v>
                </c:pt>
                <c:pt idx="8">
                  <c:v>158.2021</c:v>
                </c:pt>
                <c:pt idx="9">
                  <c:v>160.2422</c:v>
                </c:pt>
                <c:pt idx="10">
                  <c:v>153.7862</c:v>
                </c:pt>
                <c:pt idx="11">
                  <c:v>160.329</c:v>
                </c:pt>
                <c:pt idx="12">
                  <c:v>150.0236</c:v>
                </c:pt>
                <c:pt idx="13">
                  <c:v>150.6663</c:v>
                </c:pt>
                <c:pt idx="14">
                  <c:v>52.9197</c:v>
                </c:pt>
                <c:pt idx="15">
                  <c:v>132.9118</c:v>
                </c:pt>
                <c:pt idx="16">
                  <c:v>159.7151</c:v>
                </c:pt>
                <c:pt idx="17">
                  <c:v>163.7333</c:v>
                </c:pt>
                <c:pt idx="18">
                  <c:v>168.3767</c:v>
                </c:pt>
                <c:pt idx="19">
                  <c:v>172.8602</c:v>
                </c:pt>
                <c:pt idx="20">
                  <c:v>162.499</c:v>
                </c:pt>
                <c:pt idx="21">
                  <c:v>169.467</c:v>
                </c:pt>
                <c:pt idx="22">
                  <c:v>177.2054</c:v>
                </c:pt>
                <c:pt idx="23">
                  <c:v>178.6732</c:v>
                </c:pt>
                <c:pt idx="24">
                  <c:v>172.9147</c:v>
                </c:pt>
                <c:pt idx="25">
                  <c:v>-170.8543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0.234683</c:v>
                </c:pt>
                <c:pt idx="1">
                  <c:v>0.239561</c:v>
                </c:pt>
                <c:pt idx="2">
                  <c:v>0.23483</c:v>
                </c:pt>
                <c:pt idx="3">
                  <c:v>0.222849</c:v>
                </c:pt>
                <c:pt idx="4">
                  <c:v>0.22525</c:v>
                </c:pt>
                <c:pt idx="5">
                  <c:v>0.227556</c:v>
                </c:pt>
                <c:pt idx="6">
                  <c:v>0.227477</c:v>
                </c:pt>
                <c:pt idx="7">
                  <c:v>0.227024</c:v>
                </c:pt>
                <c:pt idx="8">
                  <c:v>0.232256</c:v>
                </c:pt>
                <c:pt idx="9">
                  <c:v>0.247095</c:v>
                </c:pt>
                <c:pt idx="10">
                  <c:v>0.237884</c:v>
                </c:pt>
                <c:pt idx="11">
                  <c:v>0.230931</c:v>
                </c:pt>
                <c:pt idx="12">
                  <c:v>0.312291</c:v>
                </c:pt>
                <c:pt idx="13">
                  <c:v>0.312583</c:v>
                </c:pt>
                <c:pt idx="14">
                  <c:v>0.340926</c:v>
                </c:pt>
                <c:pt idx="15">
                  <c:v>0.309676</c:v>
                </c:pt>
                <c:pt idx="16">
                  <c:v>0.303033</c:v>
                </c:pt>
                <c:pt idx="17">
                  <c:v>0.308283</c:v>
                </c:pt>
                <c:pt idx="18">
                  <c:v>0.27997</c:v>
                </c:pt>
                <c:pt idx="19">
                  <c:v>0.26863</c:v>
                </c:pt>
                <c:pt idx="20">
                  <c:v>0.280146</c:v>
                </c:pt>
                <c:pt idx="21">
                  <c:v>0.246834</c:v>
                </c:pt>
                <c:pt idx="22">
                  <c:v>0.236919</c:v>
                </c:pt>
                <c:pt idx="23">
                  <c:v>0.213214</c:v>
                </c:pt>
                <c:pt idx="24">
                  <c:v>0.209872</c:v>
                </c:pt>
                <c:pt idx="25">
                  <c:v>0.197825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Bioe-Hydr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111.1396</c:v>
                </c:pt>
                <c:pt idx="1">
                  <c:v>120.226</c:v>
                </c:pt>
                <c:pt idx="2">
                  <c:v>126.7311</c:v>
                </c:pt>
                <c:pt idx="3">
                  <c:v>130.4544</c:v>
                </c:pt>
                <c:pt idx="4">
                  <c:v>138.5175</c:v>
                </c:pt>
                <c:pt idx="5">
                  <c:v>146.6616</c:v>
                </c:pt>
                <c:pt idx="6">
                  <c:v>144.1556</c:v>
                </c:pt>
                <c:pt idx="7">
                  <c:v>156.6019</c:v>
                </c:pt>
                <c:pt idx="8">
                  <c:v>158.2021</c:v>
                </c:pt>
                <c:pt idx="9">
                  <c:v>160.2422</c:v>
                </c:pt>
                <c:pt idx="10">
                  <c:v>153.7862</c:v>
                </c:pt>
                <c:pt idx="11">
                  <c:v>160.329</c:v>
                </c:pt>
                <c:pt idx="12">
                  <c:v>150.0236</c:v>
                </c:pt>
                <c:pt idx="13">
                  <c:v>150.6663</c:v>
                </c:pt>
                <c:pt idx="14">
                  <c:v>52.9197</c:v>
                </c:pt>
                <c:pt idx="15">
                  <c:v>132.9118</c:v>
                </c:pt>
                <c:pt idx="16">
                  <c:v>159.7151</c:v>
                </c:pt>
                <c:pt idx="17">
                  <c:v>163.7333</c:v>
                </c:pt>
                <c:pt idx="18">
                  <c:v>168.3767</c:v>
                </c:pt>
                <c:pt idx="19">
                  <c:v>172.8602</c:v>
                </c:pt>
                <c:pt idx="20">
                  <c:v>162.499</c:v>
                </c:pt>
                <c:pt idx="21">
                  <c:v>169.467</c:v>
                </c:pt>
                <c:pt idx="22">
                  <c:v>177.2054</c:v>
                </c:pt>
                <c:pt idx="23">
                  <c:v>178.6732</c:v>
                </c:pt>
                <c:pt idx="24">
                  <c:v>172.9147</c:v>
                </c:pt>
                <c:pt idx="25">
                  <c:v>-170.8543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1A1A"/>
                </a:solidFill>
                <a:latin typeface="Arial"/>
              </a:rPr>
              <a:t>Bearing: Coal-Gas (LOCKED)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Coal-Gas</c:v>
                </c:pt>
              </c:strCache>
            </c:strRef>
          </c:tx>
          <c:spPr>
            <a:solidFill>
              <a:srgbClr val="000000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46.0287</c:v>
                </c:pt>
                <c:pt idx="1">
                  <c:v>45.1351</c:v>
                </c:pt>
                <c:pt idx="2">
                  <c:v>44.3725</c:v>
                </c:pt>
                <c:pt idx="3">
                  <c:v>44.0403</c:v>
                </c:pt>
                <c:pt idx="4">
                  <c:v>42.9134</c:v>
                </c:pt>
                <c:pt idx="5">
                  <c:v>41.3204</c:v>
                </c:pt>
                <c:pt idx="6">
                  <c:v>43.3102</c:v>
                </c:pt>
                <c:pt idx="7">
                  <c:v>43.9282</c:v>
                </c:pt>
                <c:pt idx="8">
                  <c:v>44.58</c:v>
                </c:pt>
                <c:pt idx="9">
                  <c:v>45.6193</c:v>
                </c:pt>
                <c:pt idx="10">
                  <c:v>45.4701</c:v>
                </c:pt>
                <c:pt idx="11">
                  <c:v>49.7078</c:v>
                </c:pt>
                <c:pt idx="12">
                  <c:v>48.68</c:v>
                </c:pt>
                <c:pt idx="13">
                  <c:v>47.1838</c:v>
                </c:pt>
                <c:pt idx="14">
                  <c:v>46.0197</c:v>
                </c:pt>
                <c:pt idx="15">
                  <c:v>47.4592</c:v>
                </c:pt>
                <c:pt idx="16">
                  <c:v>49.4929</c:v>
                </c:pt>
                <c:pt idx="17">
                  <c:v>48.6482</c:v>
                </c:pt>
                <c:pt idx="18">
                  <c:v>48.3722</c:v>
                </c:pt>
                <c:pt idx="19">
                  <c:v>47.8219</c:v>
                </c:pt>
                <c:pt idx="20">
                  <c:v>47.9625</c:v>
                </c:pt>
                <c:pt idx="21">
                  <c:v>46.7689</c:v>
                </c:pt>
                <c:pt idx="22">
                  <c:v>46.3542</c:v>
                </c:pt>
                <c:pt idx="23">
                  <c:v>46.1207</c:v>
                </c:pt>
                <c:pt idx="24">
                  <c:v>46.0803</c:v>
                </c:pt>
                <c:pt idx="25">
                  <c:v>45.443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chart" Target="/ppt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chart" Target="/ppt/charts/chart1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chart" Target="/ppt/charts/chart2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chart" Target="/ppt/charts/chart2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chart" Target="/ppt/charts/chart2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chart" Target="/ppt/charts/chart2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chart" Target="/ppt/charts/chart2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chart" Target="/ppt/charts/chart3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chart" Target="/ppt/charts/chart3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3.xml"/><Relationship Id="rId2" Type="http://schemas.openxmlformats.org/officeDocument/2006/relationships/chart" Target="/ppt/charts/chart3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5.xml"/><Relationship Id="rId2" Type="http://schemas.openxmlformats.org/officeDocument/2006/relationships/chart" Target="/ppt/charts/chart3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7.xml"/><Relationship Id="rId2" Type="http://schemas.openxmlformats.org/officeDocument/2006/relationships/chart" Target="/ppt/charts/chart3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9.xml"/><Relationship Id="rId2" Type="http://schemas.openxmlformats.org/officeDocument/2006/relationships/chart" Target="/ppt/charts/chart4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1.xml"/><Relationship Id="rId2" Type="http://schemas.openxmlformats.org/officeDocument/2006/relationships/chart" Target="/ppt/charts/chart4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3.xml"/><Relationship Id="rId2" Type="http://schemas.openxmlformats.org/officeDocument/2006/relationships/chart" Target="/ppt/charts/chart4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5.xml"/><Relationship Id="rId2" Type="http://schemas.openxmlformats.org/officeDocument/2006/relationships/chart" Target="/ppt/charts/chart4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7.xml"/><Relationship Id="rId2" Type="http://schemas.openxmlformats.org/officeDocument/2006/relationships/chart" Target="/ppt/charts/chart4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9.xml"/><Relationship Id="rId2" Type="http://schemas.openxmlformats.org/officeDocument/2006/relationships/chart" Target="/ppt/charts/chart5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1.xml"/><Relationship Id="rId2" Type="http://schemas.openxmlformats.org/officeDocument/2006/relationships/chart" Target="/ppt/charts/chart5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HCI STAGE 1 — SECTION CINE-DECK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Dataset: ember_JPN_Japan_generation_TWh.csv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Carriers: D = 8  (Bioenergy, Coal, Gas, Hydro, Nuclear, Other Fossil, Solar, Wind)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Observations: T = 26  (2000-2025)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Bearing pairs: 28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Plates: 26 section triads (1 per year)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Engine: Compositional Navigation Tensor (CNT)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instrument reads. The expert decides. The loop stays open.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t=0  |  Year 2000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0.2347  |  Hs-2  |  omega = 0.00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Bearing(Sola-Wind)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-128.4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+111.1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+103.2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+101.7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+101.3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+100.4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-96.1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-94.8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-77.6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-74.5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-70.2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-67.7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-67.0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-65.5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-65.1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+64.7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-62.7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-61.8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-59.7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+58.7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+48.5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+47.5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+46.0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+41.4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+40.4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+37.9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+28.2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+27.3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0.234683     Ring  = Hs-2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70.567287     kappa = 2901.09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0.0000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0.000000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---  delta = +0.000000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-0.462  Coal+2.232  Gas +2.313  Hyd +1.195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+2.524  OFos+1.967  Sol -4.320  Wind-5.449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68.3 Coal    4.6 Gas     4.3 Hyd    13.0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 3.4 OFos    6.0 Sol    3e+3 Wind   1e+4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t=1  |  Year 2001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0.2396  |  Hs-2  |  omega = 2.82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62686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2001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Bearing(Sola-Wind)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-130.5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+120.2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+109.8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+105.5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+105.4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+104.0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-98.4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-97.2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-77.8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-75.8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-70.7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-67.8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+66.8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-65.6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-65.5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-63.3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-62.0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-61.9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-59.5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+58.3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+47.9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+47.8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+45.1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+37.5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+37.4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+34.8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+25.4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+25.3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0.239561     Ring  = Hs-2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58.520782     kappa = 1282.16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2.8189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0.847846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Wind  delta = +0.689167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-0.599  Coal+2.164  Gas +2.174  Hyd +1.028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+2.397  OFos+1.663  Sol -4.066  Wind-4.760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67.6 Coal    4.3 Gas     4.2 Hyd    13.3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 3.4 OFos    7.0 Sol    2e+3 Wind   4e+3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t=2  |  Year 2002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0.2348  |  Hs-2  |  omega = 1.52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05333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2002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Bearing(Sola-Wind)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-131.4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+126.7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+111.9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+108.1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+107.8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+106.5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-99.8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-98.6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-78.5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-77.0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-69.3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+68.4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-66.8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-65.1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-64.6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-62.8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-62.2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-61.7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+61.7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-59.8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+47.9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+47.3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+44.4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+39.1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+38.5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+36.3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+23.7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+23.2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0.234830     Ring  = Hs-2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51.755351     kappa = 766.49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1.5248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0.496689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Wind  delta = +0.371738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-0.667  Coal+2.081  Gas +2.036  Hyd +0.893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+2.254  OFos+1.657  Sol -3.867  Wind-4.388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65.1 Coal    4.2 Gas     4.4 Hyd    13.7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 3.5 OFos    6.4 Sol    2e+3 Wind   3e+3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t=3  |  Year 2003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0.2228  |  Hs-2  |  omega = 3.77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47979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2003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Bearing(Sola-Wind)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-134.0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+130.5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+115.6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+112.8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+111.0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+110.4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-101.6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-101.2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-76.9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-76.5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-67.5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-66.8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-64.8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-64.0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+63.7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-62.8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-62.0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-61.9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-61.1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+60.7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+44.0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+42.4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+41.4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+41.3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+38.8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+37.8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+24.2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+23.5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0.222849     Ring  = Hs-2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43.390111     kappa = 351.88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3.7738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0.757601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Wind  delta = +0.561548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-0.756  Coal+2.037  Gas +1.970  Hyd +0.887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+1.798  OFos+1.582  Sol -3.691  Wind-3.826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61.1 Coal    3.7 Gas     4.0 Hyd    11.8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 4.7 OFos    5.9 Sol    1e+3 Wind   1e+3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t=4  |  Year 2004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0.2253  |  Hs-2  |  omega = 3.33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0626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2004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Bearing(Bioe-Hydr)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+138.5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-136.0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+122.0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+115.6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+114.4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+114.0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-104.3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-103.8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-77.8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-77.3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-68.6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+68.1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-67.9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-62.9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-62.1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-61.6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-61.2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+61.0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-60.7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-60.3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+46.6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+44.5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+42.9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+37.5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+36.0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+35.5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+23.0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+21.5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0.225250     Ring  = Hs-2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37.663052     kappa = 232.59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3.3324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0.582491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Wind  delta = +0.435321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-0.862  Coal+1.933  Gas +1.797  Hyd +0.763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+1.900  OFos+1.378  Sol -3.517  Wind-3.391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62.1 Coal    3.8 Gas     4.3 Hyd    12.2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 3.9 OFos    6.6 Sol   882.8 Wind  778.6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t=5  |  Year 2005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0.2276  |  Hs-2  |  omega = 2.48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033272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2005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Bearing(Bioe-Hydr)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+146.7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-136.4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+119.2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+114.5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+112.7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+111.8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-103.5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-102.9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-81.4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-81.0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+74.6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+69.8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-67.7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-66.7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-63.3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-62.2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-61.3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-60.2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-60.2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-59.0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+47.4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+43.7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+41.3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+39.2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+36.8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+35.6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+16.7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+14.8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0.227556     Ring  = Hs-2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34.138859     kappa = 195.83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2.4787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0.391966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Hyd  delta = -0.256970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-0.769  Coal+1.920  Gas +1.688  Hyd +0.506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+1.835  OFos+1.375  Sol -3.357  Wind-3.198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53.2 Coal    3.6 Gas     4.6 Hyd    14.9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 3.9 OFos    6.2 Sol   707.4 Wind  603.7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t=6  |  Year 2006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0.2275  |  Hs-2  |  omega = 2.66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75918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2006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Bearing(Bioe-Hydr)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+144.2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-135.6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+125.7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+115.3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+114.3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+114.0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-104.7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-104.4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-79.5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-79.3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+72.0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-70.3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-69.9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+62.6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-61.4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-60.9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-60.3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-60.0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-59.8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-59.5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+46.3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+44.6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+43.3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+33.3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+32.1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+31.8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+18.8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+17.8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0.227477     Ring  = Hs-2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32.200850     kappa = 155.67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2.6642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0.316211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OFos  delta = -0.228493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-0.823  Coal+1.849  Gas +1.743  Hyd +0.594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+1.826  OFos+1.146  Sol -3.199  Wind-3.136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54.1 Coal    3.7 Gas     4.2 Hyd    13.1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 3.8 OFos    7.6 Sol   582.2 Wind  546.6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t=7  |  Year 2007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0.2270  |  Hs-2  |  omega = 3.21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318565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2007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Bearing(Bioe-Hydr)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+156.6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-136.6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+123.5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+116.6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+115.8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+115.0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-106.1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-105.2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-83.3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-82.9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+77.8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+74.0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-67.7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-66.5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-61.5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-60.6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-60.1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-59.7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-59.2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-58.3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+44.0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+43.9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+42.9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+37.1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+36.1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+35.1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+11.8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+11.4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0.227024     Ring  = Hs-2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29.954647     kappa = 137.36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3.2122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0.371740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Hyd  delta = -0.228639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-0.845  Coal+1.815  Gas +1.748  Hyd +0.366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+1.686  OFos+1.276  Sol -3.108  Wind-2.937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53.2 Coal    3.7 Gas     4.0 Hyd    15.8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 4.2 OFos    6.4 Sol   510.9 Wind  430.7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t=8  |  Year 2008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0.2323  |  Hs-2  |  omega = 2.01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461211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2008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Bearing(Bioe-Hydr)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+158.2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-136.2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+127.2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+119.9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+116.3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+116.0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-107.4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-106.7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-83.2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-82.9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+77.1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+73.1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-68.5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-67.6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-62.4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-61.4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-58.8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-58.4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-57.7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-57.3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+44.6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+40.7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+40.3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+37.1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+33.0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+32.6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+11.2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+11.0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0.232256     Ring  = Hs-2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28.906425     kappa = 128.84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2.0079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0.213233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Nuc  delta = -0.116881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-0.901  Coal+1.851  Gas +1.824  Hyd +0.360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+1.569  OFos+1.185  Sol -3.008  Wind-2.881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55.6 Coal    3.5 Gas     3.6 Hyd    15.7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 4.7 OFos    6.9 Sol   457.0 Wind  402.6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t=9  |  Year 2009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0.2471  |  Hs-2  |  omega = 5.28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603858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Bearing(Bioe-Hydr)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+160.2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+141.4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-136.2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+118.4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+116.7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+116.2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-108.8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-108.0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-83.3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-83.0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+79.0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-75.4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-74.8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+65.8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-59.0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-57.9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-57.1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-56.6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-56.0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-55.4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+45.6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+42.9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+42.3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+23.4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+21.9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+21.5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+10.3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+10.0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0.247095     Ring  = Hs-2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26.238217     kappa = 106.47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5.2774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0.545961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OFos  delta = -0.454982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-0.915  Coal+1.817  Gas +1.856  Hyd +0.329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+1.689  OFos+0.730  Sol -2.812  Wind-2.694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54.8 Coal    3.6 Gas     3.4 Hyd    15.8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 4.1 OFos   10.6 Sol   365.3 Wind  324.8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t=10  |  Year 2010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0.2379  |  Hs-2  |  omega = 2.40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746504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2010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Bearing(Bioe-Hydr)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+153.8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+147.0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-134.9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+119.5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+118.4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+118.0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-109.6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-109.5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-80.1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-80.1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-77.1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-77.0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+74.4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-58.0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-57.9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-56.8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-56.7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-56.3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-56.2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+52.8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+45.5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+43.6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+43.2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+20.2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+19.3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+19.0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+14.9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+14.7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0.237884     Ring  = Hs-2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24.350226     kappa = 82.97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2.4032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0.282318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Sol  delta = +0.171611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-0.938  Coal+1.737  Gas +1.766  Hyd +0.462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+1.657  OFos+0.609  Sol -2.640  Wind-2.653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53.0 Coal    3.6 Gas     3.5 Hyd    13.1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 4.0 OFos   11.3 Sol   290.5 Wind  294.2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t=11  |  Year 2011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0.2309  |  Hs-2  |  omega = 9.40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889150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2011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Bearing(Bioe-Hydr)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+160.3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+134.0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+134.0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-132.7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+122.1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+118.0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-113.0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-111.4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-82.0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-81.4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+71.0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+70.9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-67.9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-67.9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-66.2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-66.2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-58.0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-55.9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-53.6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-51.4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+49.7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+45.0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+33.0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+33.0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+28.9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+28.9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+12.7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+10.8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0.230931     Ring  = Hs-2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21.527052     kappa = 85.16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9.4013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0.837843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Nuc  delta = -0.617218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-1.004  Coal+1.599  Gas +1.886  Hyd +0.359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+1.040  OFos+1.039  Sol -2.360  Wind-2.559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52.3 Coal    3.9 Gas     2.9 Hyd    13.4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 6.8 OFos    6.8 Sol   203.0 Wind  247.6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t=12  |  Year 2012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0.3123  |  Hs-3  |  omega = 27.46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031797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2012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Bearing(Bioe-Hydr)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+150.0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-129.0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-128.4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+124.6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+118.7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-117.8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-113.2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-112.7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+112.4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+109.9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-108.7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-78.9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-76.4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+72.5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-65.4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-58.2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-52.6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-50.5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+48.7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-46.9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-44.5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-40.8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+37.0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+33.5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-27.4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-24.5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+13.4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+11.8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0.312291     Ring  = Hs-3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21.442593     kappa = 92.07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27.4642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2.200635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Nuc  delta = -2.038262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-0.792  Coal+1.924  Gas +2.188  Hyd +0.457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-0.999  OFos+1.448  Sol -1.891  Wind-2.335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50.0 Coal    3.3 Gas     2.5 Hyd    14.4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61.5 OFos    5.3 Sol   150.2 Wind  234.0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t=13  |  Year 2013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0.3126  |  Hs-3  |  omega = 7.54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174443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2013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Bearing(Bioe-Hydr)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+150.7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+136.6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-132.3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+123.6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-122.2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-120.9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-119.8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-118.6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+111.9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+110.4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-108.9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-79.1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-72.1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-70.5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+69.5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-62.7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-49.5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-49.2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-47.3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+47.2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-35.0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-33.0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-32.5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+31.1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-30.6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+29.2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+12.7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+11.8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0.312583     Ring  = Hs-3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19.271571     kappa = 82.57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7.5396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0.639857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Sol  delta = +0.518125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-0.788  Coal+1.962  Gas +2.118  Hyd +0.443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-1.250  OFos+1.184  Sol -1.373  Wind-2.296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46.9 Coal    3.0 Gas     2.6 Hyd    13.7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74.5 OFos    6.5 Sol    84.3 Wind  212.0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t=14  |  Year 2014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0.3409  |  Hs-3  |  omega = 66.11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317090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2014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Bearing(Nucl-Wind)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+176.1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+173.5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+170.8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-83.5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-81.5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-79.1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-78.7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+60.5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+59.6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+55.0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+52.9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+47.2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+46.0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+45.0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+39.9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+38.9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+37.8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+37.1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+36.8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+35.0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+30.8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+30.8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+30.4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+29.5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+24.2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+22.6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+19.3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+18.6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0.340926     Ring  = Hs-3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896.732001     kappa = 4.5e+17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66.1070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34.870573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Nuc  delta = -32.612482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+3.839  Coal+6.550  Gas +6.788  Hyd +5.080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-33.862  OFos+5.483  Sol +3.835  Wind+2.288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45.0 Coal    3.0 Gas     2.4 Hyd    13.0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1e+15 OFos    8.7 Sol    45.1 Wind  212.1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t=15  |  Year 2015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0.3097  |  Hs-3  |  omega = 49.67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459736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2015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Bearing(Nucl-Sola)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-171.9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+162.1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-147.5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-136.8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+132.9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+124.7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+105.0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+103.8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-103.4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-102.6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-98.6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-76.5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-75.6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-71.0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+53.4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-50.2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-48.4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-47.8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+47.5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-46.0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-30.6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-23.8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+21.2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+19.6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+16.1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+14.9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-9.7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-8.9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0.309676     Ring  = Hs-3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20.447922     kappa = 92.37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49.6746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33.667556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Nuc  delta = +31.490431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-0.531  Coal+1.976  Gas +2.154  Hyd +0.571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-2.372  OFos+0.768  Sol -0.338  Wind-2.228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36.2 Coal    2.9 Gas     2.5 Hyd    12.0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227.9 OFos    9.9 Sol    29.8 Wind  197.3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t=16  |  Year 2016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0.3030  |  Hs-3  |  omega = 16.26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602382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2016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Bearing(Nucl-Sola)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-166.6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-162.5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+159.7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+155.8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+149.1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-126.9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+116.5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-116.4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+113.0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-110.4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-96.7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-82.2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-77.4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-74.5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+58.3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-53.2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+49.5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-48.8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-40.5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-33.5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-29.5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-27.8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+16.6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+14.3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+10.4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-8.9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+8.9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-7.6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0.303033     Ring  = Hs-3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15.740383     kappa = 85.85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16.2591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1.320048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Nuc  delta = +1.196283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-0.884  Coal+1.777  Gas +2.080  Hyd +0.327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-1.176  OFos+0.529  Sol -0.279  Wind-2.373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44.9 Coal    3.1 Gas     2.3 Hyd    13.4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60.2 OFos   10.9 Sol    24.5 Wind  199.2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t=17  |  Year 2017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0.3083  |  Hs-3  |  omega = 10.95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745029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Bearing(Bioe-OFos)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-176.3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-175.3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-173.2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-171.4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+163.7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-141.9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-118.2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+117.4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+114.5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-112.3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-107.8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-92.8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-91.5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-83.2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-69.6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-51.7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+48.6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-48.1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-22.2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-22.2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-19.7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-12.4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+8.6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+7.6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-3.5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-3.1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-1.9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-1.7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0.308283     Ring  = Hs-3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14.038510     kappa = 74.62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10.9468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0.767882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OFos  delta = -0.588595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-0.931  Coal+1.795  Gas +2.039  Hyd +0.272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-0.731  OFos-0.060  Sol -0.111  Wind-2.273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45.2 Coal    3.0 Gas     2.3 Hyd    13.6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37.0 OFos   18.9 Sol    19.9 Wind  173.1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t=18  |  Year 2018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0.2800  |  Hs-2  |  omega = 7.20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887675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2018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Bearing(Bioe-Sola)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-174.9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+168.4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-165.6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-164.5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-162.2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-160.9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-141.4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+119.4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+116.6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-113.4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-97.9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-96.3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-92.2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-84.9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-57.3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-52.5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-51.3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-49.2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+48.4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-23.4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-10.2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-9.1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-8.2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-7.3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+6.6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+5.9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-2.9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-2.5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0.279970     Ring  = Hs-2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12.412465     kappa = 60.46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7.1966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0.507945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Nuc  delta = +0.426213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-0.951  Coal+1.689  Gas +1.901  Hyd +0.196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-0.305  OFos-0.244  Sol -0.084  Wind-2.202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42.1 Coal    3.0 Gas     2.4 Hyd    13.4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22.1 OFos   20.7 Sol    17.7 Wind  146.9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t=19  |  Year 2019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0.2686  |  Hs-2  |  omega = 7.62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030322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Bearing(Bioe-Nucl)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-179.4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+178.8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+178.2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+172.9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-147.1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+117.7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+117.2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+115.5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-111.8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-104.5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-90.9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-90.2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-89.5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-87.1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-79.0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-52.6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-49.9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+47.8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-18.7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-17.1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+9.2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-4.8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+3.8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+3.4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+0.6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+0.6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-0.3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-0.3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0.268630     Ring  = Hs-2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12.030128     kappa = 55.89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7.6236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0.467986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OFos  delta = -0.321852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-0.876  Coal+1.667  Gas +1.840  Hyd +0.110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-0.009  OFos-0.566  Sol +0.018  Wind-2.184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37.9 Coal    3.0 Gas     2.5 Hyd    14.2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16.0 OFos   27.8 Sol    15.5 Wind  140.4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t=20  |  Year 2020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0.2801  |  Hs-2  |  omega = 9.79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172968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Bearing(OFos-Sola)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+167.8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+164.8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+162.5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-152.6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+152.3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-128.6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-114.2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+113.0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-112.4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+111.0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-109.8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-100.5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-84.4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-83.5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-75.9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-58.6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-49.8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+48.0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-46.8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+40.8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-28.0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-25.6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-12.4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-11.2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+7.6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+6.9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+6.6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+5.9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0.280146     Ring  = Hs-2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11.994041     kappa = 48.68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9.7926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0.591660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Nuc  delta = -0.363464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-0.720  Coal+1.696  Gas +1.881  Hyd +0.227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-0.373  OFos-0.903  Sol +0.196  Wind-2.004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33.3 Coal    3.0 Gas     2.5 Hyd    12.9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23.5 OFos   39.9 Sol    13.3 Wind  120.2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t=21  |  Year 2021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0.2468  |  Hs-2  |  omega = 4.71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315614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2021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Bearing(Bioe-Hydr)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+169.5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-169.2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+167.0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+165.1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-130.9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+125.7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+113.5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+112.2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-112.0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-109.3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-99.4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-93.8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-86.3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-84.7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-80.8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+55.0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-51.1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-49.4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+46.8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-45.7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-26.6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-25.2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+6.6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+6.2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-4.7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+4.6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-4.5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+4.3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0.246834     Ring  = Hs-2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10.666199     kappa = 40.44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4.7105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0.339626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Nuc  delta = +0.239503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-0.698  Coal+1.605  Gas +1.708  Hyd +0.130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-0.133  OFos-0.805  Sol +0.185  Wind-1.992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29.7 Coal    3.0 Gas     2.7 Hyd    13.0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16.9 OFos   33.1 Sol    12.3 Wind  108.5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t=22  |  Year 2022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0.2369  |  Hs-2  |  omega = 7.43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458261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Bearing(Bioe-Hydr)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+177.2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+160.7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+153.7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-152.6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+146.0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-144.7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-126.2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+112.4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+111.5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-107.7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-102.7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-99.4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-89.1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-86.0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-84.6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-83.6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+82.1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-52.3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-51.0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+46.4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-16.3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-15.6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-12.1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-11.5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+8.2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+7.8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+1.2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+1.1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0.236919     Ring  = Hs-2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10.187233     kappa = 40.22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7.4261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0.424692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OFos  delta = +0.344772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-0.651  Coal+1.577  Gas +1.653  Hyd +0.032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-0.337  OFos-0.460  Sol +0.228  Wind-2.041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27.5 Coal    3.0 Gas     2.7 Hyd    13.9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20.1 OFos   22.7 Sol    11.4 Wind  110.5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t=23  |  Year 2023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0.2132  |  Hs-2  |  omega = 10.00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00907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Bearing(Bioe-Hydr)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+178.7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+174.7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+161.7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+154.3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-124.4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-112.2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+110.6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+109.9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-105.7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-89.6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-89.1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-88.5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+87.2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-86.4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-82.3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+79.2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+75.9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-53.3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-52.2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+46.1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-28.7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-27.8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+10.3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+9.9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+2.0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+1.9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+0.5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+0.5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0.213214     Ring  = Hs-2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9.686031     kappa = 34.84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10.0007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0.555145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Nuc  delta = +0.388708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-0.560  Coal+1.492  Gas +1.551  Hyd +0.013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+0.052  OFos-0.817  Sol +0.270  Wind-2.000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24.0 Coal    3.1 Gas     2.9 Hyd    13.5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13.0 OFos   31.0 Sol    10.4 Wind  101.1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t=24  |  Year 2024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0.2099  |  Hs-2  |  omega = 6.04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743554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Bearing(Bioe-Hydr)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+172.9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+166.7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+165.5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+152.6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-120.4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-114.4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+108.6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+108.0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-104.9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-88.1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-86.8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-86.1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-83.3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-82.1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+76.5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+64.3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+63.6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-51.7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-50.6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+46.1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-36.5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-35.5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+9.9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+9.6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+5.0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+4.8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+2.4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+2.3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0.209872     Ring  = Hs-2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9.553951     kappa = 30.00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6.0418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0.327601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OFos  delta = -0.277449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-0.497  Coal+1.477  Gas +1.534  Hyd +0.062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+0.128  OFos-1.094  Sol +0.258  Wind-1.867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22.4 Coal    3.1 Gas     2.9 Hyd    12.8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12.0 OFos   40.7 Sol    10.5 Wind   88.1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PLATE  t=25  |  Year 2025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= 0.1978  |  Hs-2  |  omega = 3.76 deg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YZ: Hs vs Time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6400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886200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XZ: Bearing(Bioe-Hydr) vs Time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640080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PLAN VIEW: All Bearings (deg)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0175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Bioenergy-Hydro -170.9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OFos-Solar   +167.2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Bioenergy-Nuclear +152.4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Bioenergy-Solar +144.1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OFos-Wind    -121.9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Bioenergy-OFos -107.5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Hydro-Nuclear +107.1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Bioenergy-Coal +103.8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Bioenergy-Gas +103.6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Hydro-Solar  +102.5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Bioenergy-Wind -101.1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Hydro-OFos   -92.9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Hydro-Wind   -91.8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Nuclear-Wind -84.2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77440" y="3063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Solar-Wind   -81.9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Nuclear-OFos -80.7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Nuclear-Solar +54.2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Coal-Wind    -51.4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Gas-Wind     -51.0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Coal-Gas     +45.4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Coal-OFos    -38.0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Gas-OFos     -37.6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Coal-Solar   +10.1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Gas-Solar    +9.9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Coal-Nuclear +7.3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Gas-Nuclear  +7.2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Coal-Hydro   -2.3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Gas-Hydro    -2.2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LEDGER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4389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306324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       = 0.197825     Ring  = Hs-2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E_metric = 8.967570     kappa = 26.27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omega    = 3.7598 deg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      = 0.221651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    = Bio  delta = +0.143563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-0.354  Coal+1.440  Gas +1.462  Hyd -0.057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+0.185  OFos-1.125  Sol +0.256  Wind-1.806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(1/x_j):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Bio    18.8 Coal    3.1 Gas     3.1 Hyd    13.9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Nuc    10.9 OFos   40.6 Sol    10.2 Wind   80.1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INFORMATIONAL LOCK DETECTION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Carrier pairs with bearing spread &lt; 10 deg across all years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EEEE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LOCKED: Coal - Gas    spread = 8.4 deg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03120"/>
          <a:ext cx="8229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Cine-Deck Complete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section plates (1 per year)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bearing pairs per plate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Locks detected: 1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stage1_output.json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instrument reads. The expert decides. The loop stays open.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HCI Stage 1 Section Cine-Deck — ember_JPN_Japan_generation_TWh.csv</dc:title>
  <dc:subject>PptxGenJS Presentation</dc:subject>
  <dc:creator>HCI Stage 1 Engine</dc:creator>
  <cp:lastModifiedBy>HCI Stage 1 Engine</cp:lastModifiedBy>
  <cp:revision>1</cp:revision>
  <dcterms:created xsi:type="dcterms:W3CDTF">2026-05-03T09:17:19Z</dcterms:created>
  <dcterms:modified xsi:type="dcterms:W3CDTF">2026-05-03T09:17:19Z</dcterms:modified>
</cp:coreProperties>
</file>