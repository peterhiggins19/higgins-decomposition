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 — Compositional Navigation Tensor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CoDaWork 2026 — Tensor Engine Section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Higgins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instrument reads. The expert decides. The loop stays open.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CNT — Compositional Navigation Tensor Engine</dc:title>
  <dc:subject>PptxGenJS Presentation</dc:subject>
  <dc:creator>P. Higgins</dc:creator>
  <cp:lastModifiedBy>P. Higgins</cp:lastModifiedBy>
  <cp:revision>1</cp:revision>
  <dcterms:created xsi:type="dcterms:W3CDTF">2026-05-04T10:13:57Z</dcterms:created>
  <dcterms:modified xsi:type="dcterms:W3CDTF">2026-05-04T10:13:57Z</dcterms:modified>
</cp:coreProperties>
</file>