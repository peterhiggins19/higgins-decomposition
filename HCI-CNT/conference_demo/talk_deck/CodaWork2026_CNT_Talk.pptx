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'I'm going to show you an instrument my team built. Classical CoDa toolkit, deterministic engine, trajectory-native operators, hash-chained reports. Verifiable in two minutes. That's the talk.'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'This isn't a replacement for ILR or the classical biplot. It's an extension that ships those plates plus the trajectory-native ones in one report. Both languages, one document.'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overview — raw → closed → CLR.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step in both pipelines. CNT adds the audit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Egozcue's projection in both. CNT publishes V in the JSON and uses one shared FIXED window across panels.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angle. atan2 keeps extra numerical headroom near the axes — useful for trajectory 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CNT addition: M² = I provides the contraction certificate the depth tower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CNT additions built on M²=I: recursive depth sounder converging on a period-2 attractor.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CBS — three orthogonal faces of the compositional bearing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 chain end-to-end. 25 experiments. Anyone with the raw CSV can verify any plate in ~2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Compositional Navigation Tensor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hash-traceable instrument for compositional dynamics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CoDaWork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Higgins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instrument reads.  The expert decides.  The hashes hold the line.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CNT adds on top of the CoDa toolkit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additions that complement the established CoDa methods: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2743200" cy="2377440"/>
          </a:xfrm>
          <a:prstGeom prst="rect">
            <a:avLst/>
          </a:prstGeom>
          <a:solidFill>
            <a:srgbClr val="2A2A3A"/>
          </a:solidFill>
          <a:ln w="19050">
            <a:solidFill>
              <a:srgbClr val="66A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operators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bearings, ω, helmsman, period-2 attractor, IR class — first-class objects in the algebra, computed alongside the standard ILR.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743200" cy="2377440"/>
          </a:xfrm>
          <a:prstGeom prst="rect">
            <a:avLst/>
          </a:prstGeom>
          <a:solidFill>
            <a:srgbClr val="2A2A3A"/>
          </a:solidFill>
          <a:ln w="19050">
            <a:solidFill>
              <a:srgbClr val="66A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determinism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 → JSON → PDF byte-identical. content_sha256 + engine_signature on every page, supporting reproducibility for both pipelines.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743200" cy="2377440"/>
          </a:xfrm>
          <a:prstGeom prst="rect">
            <a:avLst/>
          </a:prstGeom>
          <a:solidFill>
            <a:srgbClr val="2A2A3A"/>
          </a:solidFill>
          <a:ln w="19050">
            <a:solidFill>
              <a:srgbClr val="66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inference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23774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reports compare attractor amplitude, depth tower, and IR distribution across multiple datasets in one document.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C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ship alongside the classical plates — both languages, one report.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matrix · biplot · balance dendrogram · SBP · ternary · scree — same engine.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CNT — CodaWork 2026 Talk</dc:title>
  <dc:subject>PptxGenJS Presentation</dc:subject>
  <dc:creator>P. Higgins</dc:creator>
  <cp:lastModifiedBy>P. Higgins</cp:lastModifiedBy>
  <cp:revision>1</cp:revision>
  <dcterms:created xsi:type="dcterms:W3CDTF">2026-05-13T13:27:36Z</dcterms:created>
  <dcterms:modified xsi:type="dcterms:W3CDTF">2026-05-13T13:27:36Z</dcterms:modified>
</cp:coreProperties>
</file>